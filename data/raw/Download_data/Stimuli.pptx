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8.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9.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10.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11.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1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37" r:id="rId2"/>
    <p:sldMasterId id="2147483749" r:id="rId3"/>
    <p:sldMasterId id="2147483797" r:id="rId4"/>
    <p:sldMasterId id="2147483810" r:id="rId5"/>
    <p:sldMasterId id="2147483849" r:id="rId6"/>
    <p:sldMasterId id="2147483862" r:id="rId7"/>
    <p:sldMasterId id="2147483914" r:id="rId8"/>
    <p:sldMasterId id="2147483927" r:id="rId9"/>
    <p:sldMasterId id="2147483939" r:id="rId10"/>
    <p:sldMasterId id="2147483995" r:id="rId11"/>
    <p:sldMasterId id="2147484009" r:id="rId12"/>
  </p:sldMasterIdLst>
  <p:sldIdLst>
    <p:sldId id="895" r:id="rId13"/>
    <p:sldId id="896" r:id="rId14"/>
    <p:sldId id="897" r:id="rId15"/>
    <p:sldId id="898" r:id="rId16"/>
    <p:sldId id="899" r:id="rId17"/>
    <p:sldId id="900" r:id="rId18"/>
    <p:sldId id="901" r:id="rId19"/>
    <p:sldId id="902" r:id="rId20"/>
    <p:sldId id="903" r:id="rId21"/>
    <p:sldId id="904" r:id="rId22"/>
    <p:sldId id="922" r:id="rId23"/>
    <p:sldId id="923" r:id="rId24"/>
    <p:sldId id="924" r:id="rId25"/>
    <p:sldId id="925" r:id="rId26"/>
    <p:sldId id="926" r:id="rId27"/>
    <p:sldId id="927" r:id="rId28"/>
    <p:sldId id="928" r:id="rId29"/>
    <p:sldId id="929" r:id="rId30"/>
    <p:sldId id="930" r:id="rId31"/>
    <p:sldId id="931" r:id="rId32"/>
    <p:sldId id="932" r:id="rId33"/>
    <p:sldId id="933" r:id="rId34"/>
    <p:sldId id="934" r:id="rId35"/>
    <p:sldId id="935" r:id="rId36"/>
    <p:sldId id="936" r:id="rId37"/>
    <p:sldId id="937" r:id="rId38"/>
    <p:sldId id="938" r:id="rId39"/>
    <p:sldId id="939" r:id="rId40"/>
    <p:sldId id="940" r:id="rId41"/>
    <p:sldId id="942" r:id="rId42"/>
    <p:sldId id="943" r:id="rId43"/>
    <p:sldId id="944" r:id="rId44"/>
    <p:sldId id="945" r:id="rId45"/>
    <p:sldId id="946" r:id="rId46"/>
    <p:sldId id="947" r:id="rId47"/>
    <p:sldId id="948" r:id="rId48"/>
    <p:sldId id="949" r:id="rId49"/>
    <p:sldId id="950" r:id="rId50"/>
    <p:sldId id="951" r:id="rId51"/>
    <p:sldId id="952" r:id="rId52"/>
    <p:sldId id="953" r:id="rId53"/>
    <p:sldId id="954" r:id="rId54"/>
    <p:sldId id="955" r:id="rId55"/>
    <p:sldId id="956" r:id="rId56"/>
    <p:sldId id="957" r:id="rId57"/>
    <p:sldId id="958" r:id="rId58"/>
    <p:sldId id="959" r:id="rId59"/>
    <p:sldId id="960" r:id="rId60"/>
    <p:sldId id="962" r:id="rId61"/>
    <p:sldId id="963" r:id="rId62"/>
    <p:sldId id="964" r:id="rId63"/>
    <p:sldId id="965" r:id="rId64"/>
    <p:sldId id="966" r:id="rId65"/>
    <p:sldId id="967" r:id="rId66"/>
    <p:sldId id="968" r:id="rId67"/>
    <p:sldId id="969" r:id="rId68"/>
    <p:sldId id="970" r:id="rId69"/>
    <p:sldId id="1529" r:id="rId70"/>
    <p:sldId id="1530" r:id="rId71"/>
    <p:sldId id="1531" r:id="rId72"/>
    <p:sldId id="1532" r:id="rId73"/>
    <p:sldId id="1533" r:id="rId74"/>
    <p:sldId id="1534" r:id="rId75"/>
    <p:sldId id="1535" r:id="rId76"/>
    <p:sldId id="1536" r:id="rId77"/>
    <p:sldId id="1537" r:id="rId78"/>
    <p:sldId id="1538" r:id="rId79"/>
    <p:sldId id="1539" r:id="rId80"/>
    <p:sldId id="1540" r:id="rId81"/>
    <p:sldId id="1541" r:id="rId82"/>
    <p:sldId id="1544" r:id="rId83"/>
    <p:sldId id="1542" r:id="rId84"/>
    <p:sldId id="1543" r:id="rId85"/>
    <p:sldId id="1546" r:id="rId86"/>
    <p:sldId id="1675" r:id="rId87"/>
    <p:sldId id="1676" r:id="rId88"/>
    <p:sldId id="1677" r:id="rId89"/>
    <p:sldId id="1678" r:id="rId90"/>
    <p:sldId id="1679" r:id="rId91"/>
    <p:sldId id="1547" r:id="rId92"/>
    <p:sldId id="1548" r:id="rId93"/>
    <p:sldId id="1549" r:id="rId94"/>
    <p:sldId id="1550" r:id="rId95"/>
    <p:sldId id="1551" r:id="rId96"/>
    <p:sldId id="1552" r:id="rId97"/>
    <p:sldId id="1553" r:id="rId98"/>
    <p:sldId id="1947" r:id="rId99"/>
    <p:sldId id="1554" r:id="rId100"/>
    <p:sldId id="1555" r:id="rId101"/>
    <p:sldId id="1584" r:id="rId102"/>
    <p:sldId id="1585" r:id="rId103"/>
    <p:sldId id="1586" r:id="rId104"/>
    <p:sldId id="1948" r:id="rId105"/>
    <p:sldId id="1588" r:id="rId106"/>
    <p:sldId id="1590" r:id="rId107"/>
    <p:sldId id="1698" r:id="rId108"/>
    <p:sldId id="1699" r:id="rId109"/>
    <p:sldId id="1700" r:id="rId110"/>
    <p:sldId id="1701" r:id="rId111"/>
    <p:sldId id="1702" r:id="rId112"/>
    <p:sldId id="1989" r:id="rId113"/>
    <p:sldId id="1704" r:id="rId114"/>
    <p:sldId id="1705" r:id="rId115"/>
    <p:sldId id="1777" r:id="rId116"/>
    <p:sldId id="1778" r:id="rId117"/>
    <p:sldId id="1779" r:id="rId118"/>
    <p:sldId id="1780" r:id="rId119"/>
    <p:sldId id="1781" r:id="rId120"/>
    <p:sldId id="1782" r:id="rId121"/>
    <p:sldId id="1783" r:id="rId122"/>
    <p:sldId id="1784" r:id="rId123"/>
    <p:sldId id="1785" r:id="rId124"/>
    <p:sldId id="1786" r:id="rId125"/>
    <p:sldId id="1787" r:id="rId126"/>
    <p:sldId id="1788" r:id="rId127"/>
    <p:sldId id="1789" r:id="rId128"/>
    <p:sldId id="1790" r:id="rId129"/>
    <p:sldId id="1791" r:id="rId130"/>
    <p:sldId id="1792" r:id="rId131"/>
    <p:sldId id="1793" r:id="rId132"/>
    <p:sldId id="1794" r:id="rId133"/>
    <p:sldId id="1795" r:id="rId134"/>
    <p:sldId id="1796" r:id="rId135"/>
    <p:sldId id="1797" r:id="rId136"/>
    <p:sldId id="1798" r:id="rId137"/>
    <p:sldId id="1799" r:id="rId138"/>
    <p:sldId id="1800" r:id="rId139"/>
    <p:sldId id="1801" r:id="rId140"/>
    <p:sldId id="1802" r:id="rId141"/>
    <p:sldId id="1803" r:id="rId142"/>
    <p:sldId id="1804" r:id="rId143"/>
    <p:sldId id="1805" r:id="rId144"/>
    <p:sldId id="1806" r:id="rId145"/>
    <p:sldId id="1807" r:id="rId146"/>
    <p:sldId id="1808" r:id="rId147"/>
    <p:sldId id="1809" r:id="rId148"/>
    <p:sldId id="1810" r:id="rId149"/>
    <p:sldId id="1811" r:id="rId150"/>
    <p:sldId id="1812" r:id="rId151"/>
    <p:sldId id="1813" r:id="rId152"/>
    <p:sldId id="1814" r:id="rId153"/>
    <p:sldId id="1815" r:id="rId154"/>
    <p:sldId id="1816" r:id="rId155"/>
    <p:sldId id="1817" r:id="rId156"/>
    <p:sldId id="1818" r:id="rId157"/>
    <p:sldId id="1819" r:id="rId158"/>
    <p:sldId id="1820" r:id="rId159"/>
    <p:sldId id="1821" r:id="rId160"/>
    <p:sldId id="1822" r:id="rId161"/>
    <p:sldId id="1823" r:id="rId162"/>
    <p:sldId id="1824" r:id="rId163"/>
    <p:sldId id="1825" r:id="rId164"/>
    <p:sldId id="1826" r:id="rId165"/>
    <p:sldId id="1827" r:id="rId166"/>
    <p:sldId id="1828" r:id="rId167"/>
    <p:sldId id="1829" r:id="rId168"/>
    <p:sldId id="1830" r:id="rId169"/>
    <p:sldId id="1831" r:id="rId170"/>
    <p:sldId id="1832" r:id="rId171"/>
    <p:sldId id="1833" r:id="rId172"/>
    <p:sldId id="1834" r:id="rId173"/>
    <p:sldId id="1835" r:id="rId174"/>
    <p:sldId id="1836" r:id="rId175"/>
    <p:sldId id="1837" r:id="rId176"/>
    <p:sldId id="1838" r:id="rId177"/>
    <p:sldId id="1839" r:id="rId178"/>
    <p:sldId id="1840" r:id="rId179"/>
    <p:sldId id="1841" r:id="rId180"/>
    <p:sldId id="1842" r:id="rId181"/>
    <p:sldId id="1843" r:id="rId182"/>
    <p:sldId id="1844" r:id="rId183"/>
    <p:sldId id="1845" r:id="rId184"/>
    <p:sldId id="1846" r:id="rId185"/>
    <p:sldId id="1847" r:id="rId186"/>
    <p:sldId id="1848" r:id="rId187"/>
    <p:sldId id="1849" r:id="rId188"/>
    <p:sldId id="1850" r:id="rId189"/>
    <p:sldId id="1955" r:id="rId190"/>
    <p:sldId id="1961" r:id="rId191"/>
    <p:sldId id="1962" r:id="rId192"/>
    <p:sldId id="1963" r:id="rId193"/>
    <p:sldId id="1964" r:id="rId194"/>
    <p:sldId id="1965" r:id="rId195"/>
    <p:sldId id="1966" r:id="rId196"/>
    <p:sldId id="1967" r:id="rId197"/>
    <p:sldId id="1968" r:id="rId198"/>
    <p:sldId id="1969" r:id="rId199"/>
    <p:sldId id="1970" r:id="rId200"/>
    <p:sldId id="1971" r:id="rId201"/>
    <p:sldId id="1972" r:id="rId202"/>
    <p:sldId id="1973" r:id="rId203"/>
    <p:sldId id="1974" r:id="rId204"/>
    <p:sldId id="1975" r:id="rId205"/>
    <p:sldId id="1976" r:id="rId206"/>
    <p:sldId id="1977" r:id="rId207"/>
    <p:sldId id="1978" r:id="rId208"/>
    <p:sldId id="1979" r:id="rId209"/>
    <p:sldId id="1980" r:id="rId210"/>
    <p:sldId id="1981" r:id="rId211"/>
    <p:sldId id="1982" r:id="rId212"/>
    <p:sldId id="1983" r:id="rId213"/>
    <p:sldId id="1984" r:id="rId214"/>
    <p:sldId id="1985" r:id="rId215"/>
    <p:sldId id="1990" r:id="rId216"/>
    <p:sldId id="1987" r:id="rId217"/>
    <p:sldId id="1988" r:id="rId218"/>
    <p:sldId id="1688" r:id="rId219"/>
    <p:sldId id="1689" r:id="rId220"/>
    <p:sldId id="1690" r:id="rId221"/>
    <p:sldId id="1691" r:id="rId222"/>
    <p:sldId id="1692" r:id="rId223"/>
    <p:sldId id="1693" r:id="rId224"/>
    <p:sldId id="1694" r:id="rId225"/>
    <p:sldId id="1695" r:id="rId226"/>
    <p:sldId id="1696" r:id="rId227"/>
    <p:sldId id="1697" r:id="rId228"/>
    <p:sldId id="1583" r:id="rId229"/>
    <p:sldId id="1305" r:id="rId230"/>
    <p:sldId id="1306" r:id="rId231"/>
    <p:sldId id="1307" r:id="rId232"/>
    <p:sldId id="1308" r:id="rId233"/>
    <p:sldId id="1309" r:id="rId234"/>
    <p:sldId id="1310" r:id="rId235"/>
    <p:sldId id="1311" r:id="rId236"/>
    <p:sldId id="1312" r:id="rId237"/>
    <p:sldId id="1313" r:id="rId238"/>
    <p:sldId id="1878" r:id="rId239"/>
    <p:sldId id="1879" r:id="rId240"/>
    <p:sldId id="1880" r:id="rId241"/>
    <p:sldId id="1881" r:id="rId242"/>
    <p:sldId id="1882" r:id="rId243"/>
    <p:sldId id="1883" r:id="rId244"/>
    <p:sldId id="1884" r:id="rId245"/>
    <p:sldId id="1885" r:id="rId246"/>
    <p:sldId id="1886" r:id="rId247"/>
    <p:sldId id="1887" r:id="rId248"/>
    <p:sldId id="1888" r:id="rId249"/>
    <p:sldId id="1889" r:id="rId250"/>
    <p:sldId id="1890" r:id="rId251"/>
    <p:sldId id="1891" r:id="rId252"/>
    <p:sldId id="1892" r:id="rId253"/>
    <p:sldId id="1893" r:id="rId254"/>
    <p:sldId id="1894" r:id="rId255"/>
    <p:sldId id="1895" r:id="rId256"/>
    <p:sldId id="1896" r:id="rId257"/>
    <p:sldId id="1897" r:id="rId258"/>
    <p:sldId id="1898" r:id="rId259"/>
    <p:sldId id="1899" r:id="rId260"/>
    <p:sldId id="1900" r:id="rId261"/>
    <p:sldId id="1901" r:id="rId262"/>
    <p:sldId id="1902" r:id="rId263"/>
    <p:sldId id="1903" r:id="rId264"/>
    <p:sldId id="1904" r:id="rId265"/>
    <p:sldId id="1905" r:id="rId266"/>
    <p:sldId id="1906" r:id="rId267"/>
    <p:sldId id="1907" r:id="rId268"/>
    <p:sldId id="1996" r:id="rId269"/>
    <p:sldId id="1991" r:id="rId270"/>
    <p:sldId id="1992" r:id="rId271"/>
    <p:sldId id="1911" r:id="rId272"/>
    <p:sldId id="1912" r:id="rId273"/>
    <p:sldId id="1913" r:id="rId274"/>
    <p:sldId id="1914" r:id="rId275"/>
    <p:sldId id="1915" r:id="rId276"/>
    <p:sldId id="1916" r:id="rId277"/>
    <p:sldId id="1917" r:id="rId278"/>
    <p:sldId id="1918" r:id="rId279"/>
    <p:sldId id="1919" r:id="rId280"/>
    <p:sldId id="1920" r:id="rId281"/>
    <p:sldId id="1921" r:id="rId282"/>
    <p:sldId id="1922" r:id="rId283"/>
    <p:sldId id="1923" r:id="rId284"/>
    <p:sldId id="1924" r:id="rId285"/>
    <p:sldId id="1925" r:id="rId286"/>
    <p:sldId id="1926" r:id="rId287"/>
    <p:sldId id="1927" r:id="rId288"/>
    <p:sldId id="1928" r:id="rId289"/>
    <p:sldId id="1929" r:id="rId290"/>
    <p:sldId id="1930" r:id="rId291"/>
    <p:sldId id="1931" r:id="rId292"/>
    <p:sldId id="1932" r:id="rId293"/>
    <p:sldId id="1933" r:id="rId294"/>
    <p:sldId id="1934" r:id="rId295"/>
    <p:sldId id="1935" r:id="rId296"/>
    <p:sldId id="1936" r:id="rId297"/>
    <p:sldId id="1937" r:id="rId298"/>
    <p:sldId id="1938" r:id="rId299"/>
    <p:sldId id="1939" r:id="rId300"/>
    <p:sldId id="1940" r:id="rId301"/>
    <p:sldId id="1941" r:id="rId302"/>
    <p:sldId id="1995" r:id="rId303"/>
    <p:sldId id="1993" r:id="rId304"/>
    <p:sldId id="1994" r:id="rId305"/>
    <p:sldId id="1945" r:id="rId306"/>
    <p:sldId id="1946" r:id="rId3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24" autoAdjust="0"/>
    <p:restoredTop sz="94680" autoAdjust="0"/>
  </p:normalViewPr>
  <p:slideViewPr>
    <p:cSldViewPr snapToGrid="0" snapToObjects="1">
      <p:cViewPr>
        <p:scale>
          <a:sx n="131" d="100"/>
          <a:sy n="131" d="100"/>
        </p:scale>
        <p:origin x="2152" y="1024"/>
      </p:cViewPr>
      <p:guideLst>
        <p:guide orient="horz" pos="2160"/>
        <p:guide pos="2880"/>
      </p:guideLst>
    </p:cSldViewPr>
  </p:slideViewPr>
  <p:outlineViewPr>
    <p:cViewPr>
      <p:scale>
        <a:sx n="33" d="100"/>
        <a:sy n="33" d="100"/>
      </p:scale>
      <p:origin x="0" y="34728"/>
    </p:cViewPr>
  </p:outlineViewPr>
  <p:notesTextViewPr>
    <p:cViewPr>
      <p:scale>
        <a:sx n="100" d="100"/>
        <a:sy n="100" d="100"/>
      </p:scale>
      <p:origin x="0" y="0"/>
    </p:cViewPr>
  </p:notesTextViewPr>
  <p:sorterViewPr>
    <p:cViewPr>
      <p:scale>
        <a:sx n="100" d="100"/>
        <a:sy n="100" d="100"/>
      </p:scale>
      <p:origin x="0" y="30864"/>
    </p:cViewPr>
  </p:sorterViewPr>
  <p:gridSpacing cx="72008" cy="72008"/>
</p:viewPr>
</file>

<file path=ppt/_rels/presentation.xml.rels><?xml version="1.0" encoding="UTF-8" standalone="yes"?>
<Relationships xmlns="http://schemas.openxmlformats.org/package/2006/relationships"><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170" Type="http://schemas.openxmlformats.org/officeDocument/2006/relationships/slide" Target="slides/slide158.xml"/><Relationship Id="rId171" Type="http://schemas.openxmlformats.org/officeDocument/2006/relationships/slide" Target="slides/slide159.xml"/><Relationship Id="rId172" Type="http://schemas.openxmlformats.org/officeDocument/2006/relationships/slide" Target="slides/slide160.xml"/><Relationship Id="rId173" Type="http://schemas.openxmlformats.org/officeDocument/2006/relationships/slide" Target="slides/slide161.xml"/><Relationship Id="rId174" Type="http://schemas.openxmlformats.org/officeDocument/2006/relationships/slide" Target="slides/slide162.xml"/><Relationship Id="rId175" Type="http://schemas.openxmlformats.org/officeDocument/2006/relationships/slide" Target="slides/slide163.xml"/><Relationship Id="rId176" Type="http://schemas.openxmlformats.org/officeDocument/2006/relationships/slide" Target="slides/slide164.xml"/><Relationship Id="rId177" Type="http://schemas.openxmlformats.org/officeDocument/2006/relationships/slide" Target="slides/slide165.xml"/><Relationship Id="rId178" Type="http://schemas.openxmlformats.org/officeDocument/2006/relationships/slide" Target="slides/slide166.xml"/><Relationship Id="rId179" Type="http://schemas.openxmlformats.org/officeDocument/2006/relationships/slide" Target="slides/slide167.xml"/><Relationship Id="rId260" Type="http://schemas.openxmlformats.org/officeDocument/2006/relationships/slide" Target="slides/slide248.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61" Type="http://schemas.openxmlformats.org/officeDocument/2006/relationships/slide" Target="slides/slide249.xml"/><Relationship Id="rId262" Type="http://schemas.openxmlformats.org/officeDocument/2006/relationships/slide" Target="slides/slide250.xml"/><Relationship Id="rId263" Type="http://schemas.openxmlformats.org/officeDocument/2006/relationships/slide" Target="slides/slide251.xml"/><Relationship Id="rId264" Type="http://schemas.openxmlformats.org/officeDocument/2006/relationships/slide" Target="slides/slide252.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200" Type="http://schemas.openxmlformats.org/officeDocument/2006/relationships/slide" Target="slides/slide188.xml"/><Relationship Id="rId201" Type="http://schemas.openxmlformats.org/officeDocument/2006/relationships/slide" Target="slides/slide189.xml"/><Relationship Id="rId202" Type="http://schemas.openxmlformats.org/officeDocument/2006/relationships/slide" Target="slides/slide190.xml"/><Relationship Id="rId203" Type="http://schemas.openxmlformats.org/officeDocument/2006/relationships/slide" Target="slides/slide191.xml"/><Relationship Id="rId204" Type="http://schemas.openxmlformats.org/officeDocument/2006/relationships/slide" Target="slides/slide192.xml"/><Relationship Id="rId205" Type="http://schemas.openxmlformats.org/officeDocument/2006/relationships/slide" Target="slides/slide193.xml"/><Relationship Id="rId206" Type="http://schemas.openxmlformats.org/officeDocument/2006/relationships/slide" Target="slides/slide194.xml"/><Relationship Id="rId207" Type="http://schemas.openxmlformats.org/officeDocument/2006/relationships/slide" Target="slides/slide195.xml"/><Relationship Id="rId208" Type="http://schemas.openxmlformats.org/officeDocument/2006/relationships/slide" Target="slides/slide196.xml"/><Relationship Id="rId209" Type="http://schemas.openxmlformats.org/officeDocument/2006/relationships/slide" Target="slides/slide197.xml"/><Relationship Id="rId265" Type="http://schemas.openxmlformats.org/officeDocument/2006/relationships/slide" Target="slides/slide253.xml"/><Relationship Id="rId266" Type="http://schemas.openxmlformats.org/officeDocument/2006/relationships/slide" Target="slides/slide254.xml"/><Relationship Id="rId267" Type="http://schemas.openxmlformats.org/officeDocument/2006/relationships/slide" Target="slides/slide255.xml"/><Relationship Id="rId268" Type="http://schemas.openxmlformats.org/officeDocument/2006/relationships/slide" Target="slides/slide256.xml"/><Relationship Id="rId269" Type="http://schemas.openxmlformats.org/officeDocument/2006/relationships/slide" Target="slides/slide25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180" Type="http://schemas.openxmlformats.org/officeDocument/2006/relationships/slide" Target="slides/slide168.xml"/><Relationship Id="rId181" Type="http://schemas.openxmlformats.org/officeDocument/2006/relationships/slide" Target="slides/slide169.xml"/><Relationship Id="rId182" Type="http://schemas.openxmlformats.org/officeDocument/2006/relationships/slide" Target="slides/slide170.xml"/><Relationship Id="rId183" Type="http://schemas.openxmlformats.org/officeDocument/2006/relationships/slide" Target="slides/slide171.xml"/><Relationship Id="rId184" Type="http://schemas.openxmlformats.org/officeDocument/2006/relationships/slide" Target="slides/slide172.xml"/><Relationship Id="rId185" Type="http://schemas.openxmlformats.org/officeDocument/2006/relationships/slide" Target="slides/slide173.xml"/><Relationship Id="rId186" Type="http://schemas.openxmlformats.org/officeDocument/2006/relationships/slide" Target="slides/slide174.xml"/><Relationship Id="rId187" Type="http://schemas.openxmlformats.org/officeDocument/2006/relationships/slide" Target="slides/slide175.xml"/><Relationship Id="rId188" Type="http://schemas.openxmlformats.org/officeDocument/2006/relationships/slide" Target="slides/slide176.xml"/><Relationship Id="rId189" Type="http://schemas.openxmlformats.org/officeDocument/2006/relationships/slide" Target="slides/slide177.xml"/><Relationship Id="rId270" Type="http://schemas.openxmlformats.org/officeDocument/2006/relationships/slide" Target="slides/slide258.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271" Type="http://schemas.openxmlformats.org/officeDocument/2006/relationships/slide" Target="slides/slide259.xml"/><Relationship Id="rId272" Type="http://schemas.openxmlformats.org/officeDocument/2006/relationships/slide" Target="slides/slide260.xml"/><Relationship Id="rId273" Type="http://schemas.openxmlformats.org/officeDocument/2006/relationships/slide" Target="slides/slide261.xml"/><Relationship Id="rId274" Type="http://schemas.openxmlformats.org/officeDocument/2006/relationships/slide" Target="slides/slide262.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210" Type="http://schemas.openxmlformats.org/officeDocument/2006/relationships/slide" Target="slides/slide198.xml"/><Relationship Id="rId211" Type="http://schemas.openxmlformats.org/officeDocument/2006/relationships/slide" Target="slides/slide199.xml"/><Relationship Id="rId212" Type="http://schemas.openxmlformats.org/officeDocument/2006/relationships/slide" Target="slides/slide200.xml"/><Relationship Id="rId213" Type="http://schemas.openxmlformats.org/officeDocument/2006/relationships/slide" Target="slides/slide201.xml"/><Relationship Id="rId214" Type="http://schemas.openxmlformats.org/officeDocument/2006/relationships/slide" Target="slides/slide202.xml"/><Relationship Id="rId215" Type="http://schemas.openxmlformats.org/officeDocument/2006/relationships/slide" Target="slides/slide203.xml"/><Relationship Id="rId216" Type="http://schemas.openxmlformats.org/officeDocument/2006/relationships/slide" Target="slides/slide204.xml"/><Relationship Id="rId217" Type="http://schemas.openxmlformats.org/officeDocument/2006/relationships/slide" Target="slides/slide205.xml"/><Relationship Id="rId218" Type="http://schemas.openxmlformats.org/officeDocument/2006/relationships/slide" Target="slides/slide206.xml"/><Relationship Id="rId219" Type="http://schemas.openxmlformats.org/officeDocument/2006/relationships/slide" Target="slides/slide207.xml"/><Relationship Id="rId275" Type="http://schemas.openxmlformats.org/officeDocument/2006/relationships/slide" Target="slides/slide263.xml"/><Relationship Id="rId276" Type="http://schemas.openxmlformats.org/officeDocument/2006/relationships/slide" Target="slides/slide264.xml"/><Relationship Id="rId277" Type="http://schemas.openxmlformats.org/officeDocument/2006/relationships/slide" Target="slides/slide265.xml"/><Relationship Id="rId278" Type="http://schemas.openxmlformats.org/officeDocument/2006/relationships/slide" Target="slides/slide266.xml"/><Relationship Id="rId279" Type="http://schemas.openxmlformats.org/officeDocument/2006/relationships/slide" Target="slides/slide267.xml"/><Relationship Id="rId300" Type="http://schemas.openxmlformats.org/officeDocument/2006/relationships/slide" Target="slides/slide288.xml"/><Relationship Id="rId301" Type="http://schemas.openxmlformats.org/officeDocument/2006/relationships/slide" Target="slides/slide289.xml"/><Relationship Id="rId302" Type="http://schemas.openxmlformats.org/officeDocument/2006/relationships/slide" Target="slides/slide290.xml"/><Relationship Id="rId303" Type="http://schemas.openxmlformats.org/officeDocument/2006/relationships/slide" Target="slides/slide291.xml"/><Relationship Id="rId304" Type="http://schemas.openxmlformats.org/officeDocument/2006/relationships/slide" Target="slides/slide292.xml"/><Relationship Id="rId305" Type="http://schemas.openxmlformats.org/officeDocument/2006/relationships/slide" Target="slides/slide293.xml"/><Relationship Id="rId306" Type="http://schemas.openxmlformats.org/officeDocument/2006/relationships/slide" Target="slides/slide294.xml"/><Relationship Id="rId307" Type="http://schemas.openxmlformats.org/officeDocument/2006/relationships/slide" Target="slides/slide295.xml"/><Relationship Id="rId308" Type="http://schemas.openxmlformats.org/officeDocument/2006/relationships/presProps" Target="presProps.xml"/><Relationship Id="rId309" Type="http://schemas.openxmlformats.org/officeDocument/2006/relationships/viewProps" Target="viewProps.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90" Type="http://schemas.openxmlformats.org/officeDocument/2006/relationships/slide" Target="slides/slide178.xml"/><Relationship Id="rId191" Type="http://schemas.openxmlformats.org/officeDocument/2006/relationships/slide" Target="slides/slide179.xml"/><Relationship Id="rId192" Type="http://schemas.openxmlformats.org/officeDocument/2006/relationships/slide" Target="slides/slide180.xml"/><Relationship Id="rId193" Type="http://schemas.openxmlformats.org/officeDocument/2006/relationships/slide" Target="slides/slide181.xml"/><Relationship Id="rId194" Type="http://schemas.openxmlformats.org/officeDocument/2006/relationships/slide" Target="slides/slide182.xml"/><Relationship Id="rId195" Type="http://schemas.openxmlformats.org/officeDocument/2006/relationships/slide" Target="slides/slide183.xml"/><Relationship Id="rId196" Type="http://schemas.openxmlformats.org/officeDocument/2006/relationships/slide" Target="slides/slide184.xml"/><Relationship Id="rId197" Type="http://schemas.openxmlformats.org/officeDocument/2006/relationships/slide" Target="slides/slide185.xml"/><Relationship Id="rId198" Type="http://schemas.openxmlformats.org/officeDocument/2006/relationships/slide" Target="slides/slide186.xml"/><Relationship Id="rId199" Type="http://schemas.openxmlformats.org/officeDocument/2006/relationships/slide" Target="slides/slide187.xml"/><Relationship Id="rId280" Type="http://schemas.openxmlformats.org/officeDocument/2006/relationships/slide" Target="slides/slide268.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281" Type="http://schemas.openxmlformats.org/officeDocument/2006/relationships/slide" Target="slides/slide269.xml"/><Relationship Id="rId282" Type="http://schemas.openxmlformats.org/officeDocument/2006/relationships/slide" Target="slides/slide270.xml"/><Relationship Id="rId283" Type="http://schemas.openxmlformats.org/officeDocument/2006/relationships/slide" Target="slides/slide271.xml"/><Relationship Id="rId284" Type="http://schemas.openxmlformats.org/officeDocument/2006/relationships/slide" Target="slides/slide272.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220" Type="http://schemas.openxmlformats.org/officeDocument/2006/relationships/slide" Target="slides/slide208.xml"/><Relationship Id="rId221" Type="http://schemas.openxmlformats.org/officeDocument/2006/relationships/slide" Target="slides/slide209.xml"/><Relationship Id="rId222" Type="http://schemas.openxmlformats.org/officeDocument/2006/relationships/slide" Target="slides/slide210.xml"/><Relationship Id="rId223" Type="http://schemas.openxmlformats.org/officeDocument/2006/relationships/slide" Target="slides/slide211.xml"/><Relationship Id="rId224" Type="http://schemas.openxmlformats.org/officeDocument/2006/relationships/slide" Target="slides/slide212.xml"/><Relationship Id="rId225" Type="http://schemas.openxmlformats.org/officeDocument/2006/relationships/slide" Target="slides/slide213.xml"/><Relationship Id="rId226" Type="http://schemas.openxmlformats.org/officeDocument/2006/relationships/slide" Target="slides/slide214.xml"/><Relationship Id="rId227" Type="http://schemas.openxmlformats.org/officeDocument/2006/relationships/slide" Target="slides/slide215.xml"/><Relationship Id="rId228" Type="http://schemas.openxmlformats.org/officeDocument/2006/relationships/slide" Target="slides/slide216.xml"/><Relationship Id="rId229" Type="http://schemas.openxmlformats.org/officeDocument/2006/relationships/slide" Target="slides/slide217.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39" Type="http://schemas.openxmlformats.org/officeDocument/2006/relationships/slide" Target="slides/slide127.xml"/><Relationship Id="rId285" Type="http://schemas.openxmlformats.org/officeDocument/2006/relationships/slide" Target="slides/slide273.xml"/><Relationship Id="rId286" Type="http://schemas.openxmlformats.org/officeDocument/2006/relationships/slide" Target="slides/slide274.xml"/><Relationship Id="rId287" Type="http://schemas.openxmlformats.org/officeDocument/2006/relationships/slide" Target="slides/slide275.xml"/><Relationship Id="rId288" Type="http://schemas.openxmlformats.org/officeDocument/2006/relationships/slide" Target="slides/slide276.xml"/><Relationship Id="rId289" Type="http://schemas.openxmlformats.org/officeDocument/2006/relationships/slide" Target="slides/slide277.xml"/><Relationship Id="rId310" Type="http://schemas.openxmlformats.org/officeDocument/2006/relationships/theme" Target="theme/theme1.xml"/><Relationship Id="rId311" Type="http://schemas.openxmlformats.org/officeDocument/2006/relationships/tableStyles" Target="tableStyles.xml"/><Relationship Id="rId290" Type="http://schemas.openxmlformats.org/officeDocument/2006/relationships/slide" Target="slides/slide278.xml"/><Relationship Id="rId291" Type="http://schemas.openxmlformats.org/officeDocument/2006/relationships/slide" Target="slides/slide279.xml"/><Relationship Id="rId292" Type="http://schemas.openxmlformats.org/officeDocument/2006/relationships/slide" Target="slides/slide280.xml"/><Relationship Id="rId293" Type="http://schemas.openxmlformats.org/officeDocument/2006/relationships/slide" Target="slides/slide281.xml"/><Relationship Id="rId294" Type="http://schemas.openxmlformats.org/officeDocument/2006/relationships/slide" Target="slides/slide282.xml"/><Relationship Id="rId295" Type="http://schemas.openxmlformats.org/officeDocument/2006/relationships/slide" Target="slides/slide283.xml"/><Relationship Id="rId296" Type="http://schemas.openxmlformats.org/officeDocument/2006/relationships/slide" Target="slides/slide284.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297" Type="http://schemas.openxmlformats.org/officeDocument/2006/relationships/slide" Target="slides/slide285.xml"/><Relationship Id="rId298" Type="http://schemas.openxmlformats.org/officeDocument/2006/relationships/slide" Target="slides/slide286.xml"/><Relationship Id="rId299" Type="http://schemas.openxmlformats.org/officeDocument/2006/relationships/slide" Target="slides/slide287.xml"/><Relationship Id="rId140"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3" Type="http://schemas.openxmlformats.org/officeDocument/2006/relationships/slide" Target="slides/slide131.xml"/><Relationship Id="rId144" Type="http://schemas.openxmlformats.org/officeDocument/2006/relationships/slide" Target="slides/slide132.xml"/><Relationship Id="rId145" Type="http://schemas.openxmlformats.org/officeDocument/2006/relationships/slide" Target="slides/slide133.xml"/><Relationship Id="rId146" Type="http://schemas.openxmlformats.org/officeDocument/2006/relationships/slide" Target="slides/slide134.xml"/><Relationship Id="rId147" Type="http://schemas.openxmlformats.org/officeDocument/2006/relationships/slide" Target="slides/slide135.xml"/><Relationship Id="rId148" Type="http://schemas.openxmlformats.org/officeDocument/2006/relationships/slide" Target="slides/slide136.xml"/><Relationship Id="rId149" Type="http://schemas.openxmlformats.org/officeDocument/2006/relationships/slide" Target="slides/slide137.xml"/><Relationship Id="rId230" Type="http://schemas.openxmlformats.org/officeDocument/2006/relationships/slide" Target="slides/slide218.xml"/><Relationship Id="rId231" Type="http://schemas.openxmlformats.org/officeDocument/2006/relationships/slide" Target="slides/slide219.xml"/><Relationship Id="rId232" Type="http://schemas.openxmlformats.org/officeDocument/2006/relationships/slide" Target="slides/slide220.xml"/><Relationship Id="rId233" Type="http://schemas.openxmlformats.org/officeDocument/2006/relationships/slide" Target="slides/slide221.xml"/><Relationship Id="rId234" Type="http://schemas.openxmlformats.org/officeDocument/2006/relationships/slide" Target="slides/slide222.xml"/><Relationship Id="rId235" Type="http://schemas.openxmlformats.org/officeDocument/2006/relationships/slide" Target="slides/slide223.xml"/><Relationship Id="rId236" Type="http://schemas.openxmlformats.org/officeDocument/2006/relationships/slide" Target="slides/slide224.xml"/><Relationship Id="rId237" Type="http://schemas.openxmlformats.org/officeDocument/2006/relationships/slide" Target="slides/slide225.xml"/><Relationship Id="rId238" Type="http://schemas.openxmlformats.org/officeDocument/2006/relationships/slide" Target="slides/slide226.xml"/><Relationship Id="rId239" Type="http://schemas.openxmlformats.org/officeDocument/2006/relationships/slide" Target="slides/slide22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150" Type="http://schemas.openxmlformats.org/officeDocument/2006/relationships/slide" Target="slides/slide138.xml"/><Relationship Id="rId151" Type="http://schemas.openxmlformats.org/officeDocument/2006/relationships/slide" Target="slides/slide139.xml"/><Relationship Id="rId152" Type="http://schemas.openxmlformats.org/officeDocument/2006/relationships/slide" Target="slides/slide140.xml"/><Relationship Id="rId153" Type="http://schemas.openxmlformats.org/officeDocument/2006/relationships/slide" Target="slides/slide141.xml"/><Relationship Id="rId154" Type="http://schemas.openxmlformats.org/officeDocument/2006/relationships/slide" Target="slides/slide142.xml"/><Relationship Id="rId155"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240" Type="http://schemas.openxmlformats.org/officeDocument/2006/relationships/slide" Target="slides/slide228.xml"/><Relationship Id="rId241" Type="http://schemas.openxmlformats.org/officeDocument/2006/relationships/slide" Target="slides/slide229.xml"/><Relationship Id="rId242" Type="http://schemas.openxmlformats.org/officeDocument/2006/relationships/slide" Target="slides/slide230.xml"/><Relationship Id="rId243" Type="http://schemas.openxmlformats.org/officeDocument/2006/relationships/slide" Target="slides/slide231.xml"/><Relationship Id="rId244" Type="http://schemas.openxmlformats.org/officeDocument/2006/relationships/slide" Target="slides/slide232.xml"/><Relationship Id="rId245" Type="http://schemas.openxmlformats.org/officeDocument/2006/relationships/slide" Target="slides/slide233.xml"/><Relationship Id="rId246" Type="http://schemas.openxmlformats.org/officeDocument/2006/relationships/slide" Target="slides/slide234.xml"/><Relationship Id="rId247" Type="http://schemas.openxmlformats.org/officeDocument/2006/relationships/slide" Target="slides/slide235.xml"/><Relationship Id="rId248" Type="http://schemas.openxmlformats.org/officeDocument/2006/relationships/slide" Target="slides/slide236.xml"/><Relationship Id="rId249" Type="http://schemas.openxmlformats.org/officeDocument/2006/relationships/slide" Target="slides/slide23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5" Type="http://schemas.openxmlformats.org/officeDocument/2006/relationships/slide" Target="slides/slide153.xml"/><Relationship Id="rId166" Type="http://schemas.openxmlformats.org/officeDocument/2006/relationships/slide" Target="slides/slide154.xml"/><Relationship Id="rId167" Type="http://schemas.openxmlformats.org/officeDocument/2006/relationships/slide" Target="slides/slide155.xml"/><Relationship Id="rId168" Type="http://schemas.openxmlformats.org/officeDocument/2006/relationships/slide" Target="slides/slide156.xml"/><Relationship Id="rId169" Type="http://schemas.openxmlformats.org/officeDocument/2006/relationships/slide" Target="slides/slide157.xml"/><Relationship Id="rId250" Type="http://schemas.openxmlformats.org/officeDocument/2006/relationships/slide" Target="slides/slide238.xml"/><Relationship Id="rId251" Type="http://schemas.openxmlformats.org/officeDocument/2006/relationships/slide" Target="slides/slide239.xml"/><Relationship Id="rId252" Type="http://schemas.openxmlformats.org/officeDocument/2006/relationships/slide" Target="slides/slide240.xml"/><Relationship Id="rId253" Type="http://schemas.openxmlformats.org/officeDocument/2006/relationships/slide" Target="slides/slide241.xml"/><Relationship Id="rId254" Type="http://schemas.openxmlformats.org/officeDocument/2006/relationships/slide" Target="slides/slide242.xml"/><Relationship Id="rId255" Type="http://schemas.openxmlformats.org/officeDocument/2006/relationships/slide" Target="slides/slide243.xml"/><Relationship Id="rId256" Type="http://schemas.openxmlformats.org/officeDocument/2006/relationships/slide" Target="slides/slide244.xml"/><Relationship Id="rId257" Type="http://schemas.openxmlformats.org/officeDocument/2006/relationships/slide" Target="slides/slide245.xml"/><Relationship Id="rId258" Type="http://schemas.openxmlformats.org/officeDocument/2006/relationships/slide" Target="slides/slide246.xml"/><Relationship Id="rId259" Type="http://schemas.openxmlformats.org/officeDocument/2006/relationships/slide" Target="slides/slide24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pPr/>
              <a:t>3/21/17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pPr/>
              <a:t>3/21/17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pPr/>
              <a:t>3/21/17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pPr/>
              <a:t>3/21/17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pPr/>
              <a:t>3/21/17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pPr/>
              <a:t>3/21/17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pPr/>
              <a:t>3/21/17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pPr/>
              <a:t>3/21/17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pPr/>
              <a:t>3/21/17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pPr/>
              <a:t>3/21/17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pPr/>
              <a:t>3/21/17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CC28-9E80-004C-B759-96BAC02A100A}" type="slidenum">
              <a:rPr lang="en-US" smtClean="0"/>
              <a:pPr/>
              <a:t>‹#›</a:t>
            </a:fld>
            <a:endParaRPr lang="en-US"/>
          </a:p>
        </p:txBody>
      </p:sp>
    </p:spTree>
  </p:cSld>
  <p:clrMapOvr>
    <a:masterClrMapping/>
  </p:clrMapOvr>
  <p:transition spd="slow" advClick="0"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242079734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B2721D7E-70A3-453E-B7FD-1D75CF2BA329}"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Espace réservé du pied de page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Espace réservé du numéro de diapositive 5"/>
          <p:cNvSpPr>
            <a:spLocks noGrp="1"/>
          </p:cNvSpPr>
          <p:nvPr>
            <p:ph type="sldNum" sz="quarter" idx="12"/>
          </p:nvPr>
        </p:nvSpPr>
        <p:spPr/>
        <p:txBody>
          <a:bodyPr/>
          <a:lstStyle/>
          <a:p>
            <a:fld id="{961D588C-4E03-40CE-A943-DEF0F260588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52976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slow" advClick="0" advTm="3000">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207011358"/>
      </p:ext>
    </p:extLst>
  </p:cSld>
  <p:clrMapOvr>
    <a:masterClrMapping/>
  </p:clrMapOvr>
  <p:transition spd="slow" advClick="0" advTm="3000">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44924778"/>
      </p:ext>
    </p:extLst>
  </p:cSld>
  <p:clrMapOvr>
    <a:masterClrMapping/>
  </p:clrMapOvr>
  <p:transition spd="slow" advClick="0" advTm="3000">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02826728"/>
      </p:ext>
    </p:extLst>
  </p:cSld>
  <p:clrMapOvr>
    <a:masterClrMapping/>
  </p:clrMapOvr>
  <p:transition spd="slow" advClick="0" advTm="3000">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88001740"/>
      </p:ext>
    </p:extLst>
  </p:cSld>
  <p:clrMapOvr>
    <a:masterClrMapping/>
  </p:clrMapOvr>
  <p:transition spd="slow" advClick="0" advTm="3000">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32489441"/>
      </p:ext>
    </p:extLst>
  </p:cSld>
  <p:clrMapOvr>
    <a:masterClrMapping/>
  </p:clrMapOvr>
  <p:transition spd="slow" advClick="0" advTm="3000">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96841666"/>
      </p:ext>
    </p:extLst>
  </p:cSld>
  <p:clrMapOvr>
    <a:masterClrMapping/>
  </p:clrMapOvr>
  <p:transition spd="slow" advClick="0" advTm="3000">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47652881"/>
      </p:ext>
    </p:extLst>
  </p:cSld>
  <p:clrMapOvr>
    <a:masterClrMapping/>
  </p:clrMapOvr>
  <p:transition spd="slow" advClick="0" advTm="3000">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10825364"/>
      </p:ext>
    </p:extLst>
  </p:cSld>
  <p:clrMapOvr>
    <a:masterClrMapping/>
  </p:clrMapOvr>
  <p:transition spd="slow" advClick="0" advTm="3000">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00806858"/>
      </p:ext>
    </p:extLst>
  </p:cSld>
  <p:clrMapOvr>
    <a:masterClrMapping/>
  </p:clrMapOvr>
  <p:transition spd="slow" advClick="0" advTm="3000">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81498280"/>
      </p:ext>
    </p:extLst>
  </p:cSld>
  <p:clrMapOvr>
    <a:masterClrMapping/>
  </p:clrMapOvr>
  <p:transition spd="slow" advClick="0" advTm="3000">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0807077"/>
      </p:ext>
    </p:extLst>
  </p:cSld>
  <p:clrMapOvr>
    <a:masterClrMapping/>
  </p:clrMapOvr>
  <p:transition spd="slow" advClick="0" advTm="3000">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88351234"/>
      </p:ext>
    </p:extLst>
  </p:cSld>
  <p:clrMapOvr>
    <a:masterClrMapping/>
  </p:clrMapOvr>
  <p:transition spd="slow" advClick="0" advTm="3000">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700984358"/>
      </p:ext>
    </p:extLst>
  </p:cSld>
  <p:clrMapOvr>
    <a:masterClrMapping/>
  </p:clrMapOvr>
  <p:transition spd="slow" advClick="0" advTm="3000">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73741775"/>
      </p:ext>
    </p:extLst>
  </p:cSld>
  <p:clrMapOvr>
    <a:masterClrMapping/>
  </p:clrMapOvr>
  <p:transition spd="slow" advClick="0" advTm="3000">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56560584"/>
      </p:ext>
    </p:extLst>
  </p:cSld>
  <p:clrMapOvr>
    <a:masterClrMapping/>
  </p:clrMapOvr>
  <p:transition spd="slow" advClick="0" advTm="3000">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31692345"/>
      </p:ext>
    </p:extLst>
  </p:cSld>
  <p:clrMapOvr>
    <a:masterClrMapping/>
  </p:clrMapOvr>
  <p:transition spd="slow" advClick="0" advTm="3000">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6677140"/>
      </p:ext>
    </p:extLst>
  </p:cSld>
  <p:clrMapOvr>
    <a:masterClrMapping/>
  </p:clrMapOvr>
  <p:transition spd="slow" advClick="0" advTm="3000">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11087284"/>
      </p:ext>
    </p:extLst>
  </p:cSld>
  <p:clrMapOvr>
    <a:masterClrMapping/>
  </p:clrMapOvr>
  <p:transition spd="slow" advClick="0" advTm="3000">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58789145"/>
      </p:ext>
    </p:extLst>
  </p:cSld>
  <p:clrMapOvr>
    <a:masterClrMapping/>
  </p:clrMapOvr>
  <p:transition spd="slow" advClick="0" advTm="3000">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639166385"/>
      </p:ext>
    </p:extLst>
  </p:cSld>
  <p:clrMapOvr>
    <a:masterClrMapping/>
  </p:clrMapOvr>
  <p:transition spd="slow" advClick="0" advTm="3000">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36467596"/>
      </p:ext>
    </p:extLst>
  </p:cSld>
  <p:clrMapOvr>
    <a:masterClrMapping/>
  </p:clrMapOvr>
  <p:transition spd="slow" advClick="0" advTm="3000">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37005638"/>
      </p:ext>
    </p:extLst>
  </p:cSld>
  <p:clrMapOvr>
    <a:masterClrMapping/>
  </p:clrMapOvr>
  <p:transition spd="slow" advClick="0" advTm="3000">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3256879273"/>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B2721D7E-70A3-453E-B7FD-1D75CF2BA329}"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Espace réservé du pied de page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Espace réservé du numéro de diapositive 5"/>
          <p:cNvSpPr>
            <a:spLocks noGrp="1"/>
          </p:cNvSpPr>
          <p:nvPr>
            <p:ph type="sldNum" sz="quarter" idx="12"/>
          </p:nvPr>
        </p:nvSpPr>
        <p:spPr/>
        <p:txBody>
          <a:bodyPr/>
          <a:lstStyle/>
          <a:p>
            <a:fld id="{961D588C-4E03-40CE-A943-DEF0F260588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877171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90173822"/>
      </p:ext>
    </p:extLst>
  </p:cSld>
  <p:clrMapOvr>
    <a:masterClrMapping/>
  </p:clrMapOvr>
  <p:transition spd="slow" advClick="0" advTm="3000">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28198680"/>
      </p:ext>
    </p:extLst>
  </p:cSld>
  <p:clrMapOvr>
    <a:masterClrMapping/>
  </p:clrMapOvr>
  <p:transition spd="slow" advClick="0" advTm="3000">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1826374"/>
      </p:ext>
    </p:extLst>
  </p:cSld>
  <p:clrMapOvr>
    <a:masterClrMapping/>
  </p:clrMapOvr>
  <p:transition spd="slow" advClick="0" advTm="3000">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27923606"/>
      </p:ext>
    </p:extLst>
  </p:cSld>
  <p:clrMapOvr>
    <a:masterClrMapping/>
  </p:clrMapOvr>
  <p:transition spd="slow" advClick="0" advTm="3000">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287489742"/>
      </p:ext>
    </p:extLst>
  </p:cSld>
  <p:clrMapOvr>
    <a:masterClrMapping/>
  </p:clrMapOvr>
  <p:transition spd="slow" advClick="0" advTm="3000">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76732761"/>
      </p:ext>
    </p:extLst>
  </p:cSld>
  <p:clrMapOvr>
    <a:masterClrMapping/>
  </p:clrMapOvr>
  <p:transition spd="slow" advClick="0" advTm="3000">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34993988"/>
      </p:ext>
    </p:extLst>
  </p:cSld>
  <p:clrMapOvr>
    <a:masterClrMapping/>
  </p:clrMapOvr>
  <p:transition spd="slow" advClick="0" advTm="3000">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67505895"/>
      </p:ext>
    </p:extLst>
  </p:cSld>
  <p:clrMapOvr>
    <a:masterClrMapping/>
  </p:clrMapOvr>
  <p:transition spd="slow" advClick="0" advTm="3000">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65007958"/>
      </p:ext>
    </p:extLst>
  </p:cSld>
  <p:clrMapOvr>
    <a:masterClrMapping/>
  </p:clrMapOvr>
  <p:transition spd="slow" advClick="0" advTm="3000">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60362173"/>
      </p:ext>
    </p:extLst>
  </p:cSld>
  <p:clrMapOvr>
    <a:masterClrMapping/>
  </p:clrMapOvr>
  <p:transition spd="slow" advClick="0" advTm="3000">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3664339"/>
      </p:ext>
    </p:extLst>
  </p:cSld>
  <p:clrMapOvr>
    <a:masterClrMapping/>
  </p:clrMapOvr>
  <p:transition spd="slow" advClick="0" advTm="3000">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3576425261"/>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45752412"/>
      </p:ext>
    </p:extLst>
  </p:cSld>
  <p:clrMapOvr>
    <a:masterClrMapping/>
  </p:clrMapOvr>
  <p:transition spd="slow" advClick="0" advTm="3000">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00714529"/>
      </p:ext>
    </p:extLst>
  </p:cSld>
  <p:clrMapOvr>
    <a:masterClrMapping/>
  </p:clrMapOvr>
  <p:transition spd="slow" advClick="0" advTm="3000">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50906219"/>
      </p:ext>
    </p:extLst>
  </p:cSld>
  <p:clrMapOvr>
    <a:masterClrMapping/>
  </p:clrMapOvr>
  <p:transition spd="slow" advClick="0" advTm="3000">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46757578"/>
      </p:ext>
    </p:extLst>
  </p:cSld>
  <p:clrMapOvr>
    <a:masterClrMapping/>
  </p:clrMapOvr>
  <p:transition spd="slow" advClick="0" advTm="3000">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78226797"/>
      </p:ext>
    </p:extLst>
  </p:cSld>
  <p:clrMapOvr>
    <a:masterClrMapping/>
  </p:clrMapOvr>
  <p:transition spd="slow" advClick="0" advTm="3000">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34809253"/>
      </p:ext>
    </p:extLst>
  </p:cSld>
  <p:clrMapOvr>
    <a:masterClrMapping/>
  </p:clrMapOvr>
  <p:transition spd="slow" advClick="0" advTm="3000">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90477618"/>
      </p:ext>
    </p:extLst>
  </p:cSld>
  <p:clrMapOvr>
    <a:masterClrMapping/>
  </p:clrMapOvr>
  <p:transition spd="slow" advClick="0" advTm="3000">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715028383"/>
      </p:ext>
    </p:extLst>
  </p:cSld>
  <p:clrMapOvr>
    <a:masterClrMapping/>
  </p:clrMapOvr>
  <p:transition spd="slow" advClick="0" advTm="3000">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59048501"/>
      </p:ext>
    </p:extLst>
  </p:cSld>
  <p:clrMapOvr>
    <a:masterClrMapping/>
  </p:clrMapOvr>
  <p:transition spd="slow" advClick="0" advTm="3000">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17953701"/>
      </p:ext>
    </p:extLst>
  </p:cSld>
  <p:clrMapOvr>
    <a:masterClrMapping/>
  </p:clrMapOvr>
  <p:transition spd="slow" advClick="0" advTm="3000">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84705732"/>
      </p:ext>
    </p:extLst>
  </p:cSld>
  <p:clrMapOvr>
    <a:masterClrMapping/>
  </p:clrMapOvr>
  <p:transition spd="slow" advClick="0" advTm="3000">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2575615597"/>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94306403"/>
      </p:ext>
    </p:extLst>
  </p:cSld>
  <p:clrMapOvr>
    <a:masterClrMapping/>
  </p:clrMapOvr>
  <p:transition spd="slow" advClick="0" advTm="3000">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293944666"/>
      </p:ext>
    </p:extLst>
  </p:cSld>
  <p:clrMapOvr>
    <a:masterClrMapping/>
  </p:clrMapOvr>
  <p:transition spd="slow" advClick="0" advTm="3000">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77290848"/>
      </p:ext>
    </p:extLst>
  </p:cSld>
  <p:clrMapOvr>
    <a:masterClrMapping/>
  </p:clrMapOvr>
  <p:transition spd="slow" advClick="0" advTm="3000">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63071242"/>
      </p:ext>
    </p:extLst>
  </p:cSld>
  <p:clrMapOvr>
    <a:masterClrMapping/>
  </p:clrMapOvr>
  <p:transition spd="slow" advClick="0" advTm="3000">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26989631"/>
      </p:ext>
    </p:extLst>
  </p:cSld>
  <p:clrMapOvr>
    <a:masterClrMapping/>
  </p:clrMapOvr>
  <p:transition spd="slow" advClick="0" advTm="3000">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34231431"/>
      </p:ext>
    </p:extLst>
  </p:cSld>
  <p:clrMapOvr>
    <a:masterClrMapping/>
  </p:clrMapOvr>
  <p:transition spd="slow" advClick="0" advTm="3000">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72214808"/>
      </p:ext>
    </p:extLst>
  </p:cSld>
  <p:clrMapOvr>
    <a:masterClrMapping/>
  </p:clrMapOvr>
  <p:transition spd="slow" advClick="0" advTm="3000">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77739632"/>
      </p:ext>
    </p:extLst>
  </p:cSld>
  <p:clrMapOvr>
    <a:masterClrMapping/>
  </p:clrMapOvr>
  <p:transition spd="slow" advClick="0" advTm="3000">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48963677"/>
      </p:ext>
    </p:extLst>
  </p:cSld>
  <p:clrMapOvr>
    <a:masterClrMapping/>
  </p:clrMapOvr>
  <p:transition spd="slow" advClick="0" advTm="3000">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86541308"/>
      </p:ext>
    </p:extLst>
  </p:cSld>
  <p:clrMapOvr>
    <a:masterClrMapping/>
  </p:clrMapOvr>
  <p:transition spd="slow" advClick="0" advTm="3000">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84769427"/>
      </p:ext>
    </p:extLst>
  </p:cSld>
  <p:clrMapOvr>
    <a:masterClrMapping/>
  </p:clrMapOvr>
  <p:transition spd="slow" advClick="0" advTm="3000">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3189531568"/>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49421577"/>
      </p:ext>
    </p:extLst>
  </p:cSld>
  <p:clrMapOvr>
    <a:masterClrMapping/>
  </p:clrMapOvr>
  <p:transition spd="slow" advClick="0" advTm="3000">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733945603"/>
      </p:ext>
    </p:extLst>
  </p:cSld>
  <p:clrMapOvr>
    <a:masterClrMapping/>
  </p:clrMapOvr>
  <p:transition spd="slow" advClick="0" advTm="3000">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77705453"/>
      </p:ext>
    </p:extLst>
  </p:cSld>
  <p:clrMapOvr>
    <a:masterClrMapping/>
  </p:clrMapOvr>
  <p:transition spd="slow" advClick="0" advTm="3000">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4276922"/>
      </p:ext>
    </p:extLst>
  </p:cSld>
  <p:clrMapOvr>
    <a:masterClrMapping/>
  </p:clrMapOvr>
  <p:transition spd="slow" advClick="0" advTm="3000">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955298551"/>
      </p:ext>
    </p:extLst>
  </p:cSld>
  <p:clrMapOvr>
    <a:masterClrMapping/>
  </p:clrMapOvr>
  <p:transition spd="slow" advClick="0" advTm="3000">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13654930"/>
      </p:ext>
    </p:extLst>
  </p:cSld>
  <p:clrMapOvr>
    <a:masterClrMapping/>
  </p:clrMapOvr>
  <p:transition spd="slow" advClick="0" advTm="3000">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41890149"/>
      </p:ext>
    </p:extLst>
  </p:cSld>
  <p:clrMapOvr>
    <a:masterClrMapping/>
  </p:clrMapOvr>
  <p:transition spd="slow" advClick="0" advTm="3000">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28733589"/>
      </p:ext>
    </p:extLst>
  </p:cSld>
  <p:clrMapOvr>
    <a:masterClrMapping/>
  </p:clrMapOvr>
  <p:transition spd="slow" advClick="0" advTm="3000">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17157790"/>
      </p:ext>
    </p:extLst>
  </p:cSld>
  <p:clrMapOvr>
    <a:masterClrMapping/>
  </p:clrMapOvr>
  <p:transition spd="slow" advClick="0" advTm="3000">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28230484"/>
      </p:ext>
    </p:extLst>
  </p:cSld>
  <p:clrMapOvr>
    <a:masterClrMapping/>
  </p:clrMapOvr>
  <p:transition spd="slow" advClick="0" advTm="3000">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782096036"/>
      </p:ext>
    </p:extLst>
  </p:cSld>
  <p:clrMapOvr>
    <a:masterClrMapping/>
  </p:clrMapOvr>
  <p:transition spd="slow" advClick="0" advTm="3000">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66075544"/>
      </p:ext>
    </p:extLst>
  </p:cSld>
  <p:clrMapOvr>
    <a:masterClrMapping/>
  </p:clrMapOvr>
  <p:transition spd="slow" advClick="0" advTm="3000">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05376274"/>
      </p:ext>
    </p:extLst>
  </p:cSld>
  <p:clrMapOvr>
    <a:masterClrMapping/>
  </p:clrMapOvr>
  <p:transition spd="slow" advClick="0" advTm="3000">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90715856"/>
      </p:ext>
    </p:extLst>
  </p:cSld>
  <p:clrMapOvr>
    <a:masterClrMapping/>
  </p:clrMapOvr>
  <p:transition spd="slow" advClick="0" advTm="3000">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23510875"/>
      </p:ext>
    </p:extLst>
  </p:cSld>
  <p:clrMapOvr>
    <a:masterClrMapping/>
  </p:clrMapOvr>
  <p:transition spd="slow" advClick="0" advTm="3000">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14572456"/>
      </p:ext>
    </p:extLst>
  </p:cSld>
  <p:clrMapOvr>
    <a:masterClrMapping/>
  </p:clrMapOvr>
  <p:transition spd="slow" advClick="0" advTm="3000">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34848494"/>
      </p:ext>
    </p:extLst>
  </p:cSld>
  <p:clrMapOvr>
    <a:masterClrMapping/>
  </p:clrMapOvr>
  <p:transition spd="slow" advClick="0" advTm="3000">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48953423"/>
      </p:ext>
    </p:extLst>
  </p:cSld>
  <p:clrMapOvr>
    <a:masterClrMapping/>
  </p:clrMapOvr>
  <p:transition spd="slow" advClick="0" advTm="3000">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64947872"/>
      </p:ext>
    </p:extLst>
  </p:cSld>
  <p:clrMapOvr>
    <a:masterClrMapping/>
  </p:clrMapOvr>
  <p:transition spd="slow" advClick="0" advTm="3000">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79477361"/>
      </p:ext>
    </p:extLst>
  </p:cSld>
  <p:clrMapOvr>
    <a:masterClrMapping/>
  </p:clrMapOvr>
  <p:transition spd="slow" advClick="0" advTm="3000">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66141595"/>
      </p:ext>
    </p:extLst>
  </p:cSld>
  <p:clrMapOvr>
    <a:masterClrMapping/>
  </p:clrMapOvr>
  <p:transition spd="slow" advClick="0" advTm="3000">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3173540"/>
      </p:ext>
    </p:extLst>
  </p:cSld>
  <p:clrMapOvr>
    <a:masterClrMapping/>
  </p:clrMapOvr>
  <p:transition spd="slow" advClick="0" advTm="3000">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729809121"/>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95116349"/>
      </p:ext>
    </p:extLst>
  </p:cSld>
  <p:clrMapOvr>
    <a:masterClrMapping/>
  </p:clrMapOvr>
  <p:transition spd="slow" advClick="0" advTm="3000">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242050797"/>
      </p:ext>
    </p:extLst>
  </p:cSld>
  <p:clrMapOvr>
    <a:masterClrMapping/>
  </p:clrMapOvr>
  <p:transition spd="slow" advClick="0" advTm="3000">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71414629"/>
      </p:ext>
    </p:extLst>
  </p:cSld>
  <p:clrMapOvr>
    <a:masterClrMapping/>
  </p:clrMapOvr>
  <p:transition spd="slow" advClick="0" advTm="3000">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30021805"/>
      </p:ext>
    </p:extLst>
  </p:cSld>
  <p:clrMapOvr>
    <a:masterClrMapping/>
  </p:clrMapOvr>
  <p:transition spd="slow" advClick="0" advTm="3000">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44164623"/>
      </p:ext>
    </p:extLst>
  </p:cSld>
  <p:clrMapOvr>
    <a:masterClrMapping/>
  </p:clrMapOvr>
  <p:transition spd="slow" advClick="0" advTm="3000">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350295680"/>
      </p:ext>
    </p:extLst>
  </p:cSld>
  <p:clrMapOvr>
    <a:masterClrMapping/>
  </p:clrMapOvr>
  <p:transition spd="slow" advClick="0" advTm="3000">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04793333"/>
      </p:ext>
    </p:extLst>
  </p:cSld>
  <p:clrMapOvr>
    <a:masterClrMapping/>
  </p:clrMapOvr>
  <p:transition spd="slow" advClick="0" advTm="3000">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099569741"/>
      </p:ext>
    </p:extLst>
  </p:cSld>
  <p:clrMapOvr>
    <a:masterClrMapping/>
  </p:clrMapOvr>
  <p:transition spd="slow" advClick="0" advTm="3000">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95652308"/>
      </p:ext>
    </p:extLst>
  </p:cSld>
  <p:clrMapOvr>
    <a:masterClrMapping/>
  </p:clrMapOvr>
  <p:transition spd="slow" advClick="0" advTm="3000">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53760296"/>
      </p:ext>
    </p:extLst>
  </p:cSld>
  <p:clrMapOvr>
    <a:masterClrMapping/>
  </p:clrMapOvr>
  <p:transition spd="slow" advClick="0" advTm="3000">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43415441"/>
      </p:ext>
    </p:extLst>
  </p:cSld>
  <p:clrMapOvr>
    <a:masterClrMapping/>
  </p:clrMapOvr>
  <p:transition spd="slow" advClick="0" advTm="3000">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37949314"/>
      </p:ext>
    </p:extLst>
  </p:cSld>
  <p:clrMapOvr>
    <a:masterClrMapping/>
  </p:clrMapOvr>
  <p:transition spd="slow" advClick="0" advTm="3000">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97698309"/>
      </p:ext>
    </p:extLst>
  </p:cSld>
  <p:clrMapOvr>
    <a:masterClrMapping/>
  </p:clrMapOvr>
  <p:transition spd="slow" advClick="0" advTm="3000">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14369431"/>
      </p:ext>
    </p:extLst>
  </p:cSld>
  <p:clrMapOvr>
    <a:masterClrMapping/>
  </p:clrMapOvr>
  <p:transition spd="slow" advClick="0" advTm="3000">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2010246"/>
      </p:ext>
    </p:extLst>
  </p:cSld>
  <p:clrMapOvr>
    <a:masterClrMapping/>
  </p:clrMapOvr>
  <p:transition spd="slow" advClick="0" advTm="3000">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50997271"/>
      </p:ext>
    </p:extLst>
  </p:cSld>
  <p:clrMapOvr>
    <a:masterClrMapping/>
  </p:clrMapOvr>
  <p:transition spd="slow" advClick="0" advTm="3000">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3028885"/>
      </p:ext>
    </p:extLst>
  </p:cSld>
  <p:clrMapOvr>
    <a:masterClrMapping/>
  </p:clrMapOvr>
  <p:transition spd="slow" advClick="0" advTm="3000">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019059815"/>
      </p:ext>
    </p:extLst>
  </p:cSld>
  <p:clrMapOvr>
    <a:masterClrMapping/>
  </p:clrMapOvr>
  <p:transition spd="slow" advClick="0" advTm="3000">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53820339"/>
      </p:ext>
    </p:extLst>
  </p:cSld>
  <p:clrMapOvr>
    <a:masterClrMapping/>
  </p:clrMapOvr>
  <p:transition spd="slow" advClick="0" advTm="3000">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8193702"/>
      </p:ext>
    </p:extLst>
  </p:cSld>
  <p:clrMapOvr>
    <a:masterClrMapping/>
  </p:clrMapOvr>
  <p:transition spd="slow" advClick="0" advTm="3000">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18438000"/>
      </p:ext>
    </p:extLst>
  </p:cSld>
  <p:clrMapOvr>
    <a:masterClrMapping/>
  </p:clrMapOvr>
  <p:transition spd="slow" advClick="0" advTm="3000">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87018699"/>
      </p:ext>
    </p:extLst>
  </p:cSld>
  <p:clrMapOvr>
    <a:masterClrMapping/>
  </p:clrMapOvr>
  <p:transition spd="slow" advClick="0" advTm="3000">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 name="Shape 11"/>
          <p:cNvSpPr>
            <a:spLocks noGrp="1"/>
          </p:cNvSpPr>
          <p:nvPr>
            <p:ph type="title"/>
          </p:nvPr>
        </p:nvSpPr>
        <p:spPr>
          <a:xfrm>
            <a:off x="892969" y="2268141"/>
            <a:ext cx="7358063" cy="2321719"/>
          </a:xfrm>
          <a:prstGeom prst="rect">
            <a:avLst/>
          </a:prstGeom>
        </p:spPr>
        <p:txBody>
          <a:bodyPr lIns="64291" tIns="32146" rIns="64291" bIns="32146"/>
          <a:lstStyle/>
          <a:p>
            <a:pPr lvl="0">
              <a:defRPr sz="1800"/>
            </a:pPr>
            <a:r>
              <a:rPr sz="5600"/>
              <a:t>Title Text</a:t>
            </a:r>
          </a:p>
        </p:txBody>
      </p:sp>
    </p:spTree>
    <p:extLst>
      <p:ext uri="{BB962C8B-B14F-4D97-AF65-F5344CB8AC3E}">
        <p14:creationId xmlns:p14="http://schemas.microsoft.com/office/powerpoint/2010/main" val="1071421309"/>
      </p:ext>
    </p:extLst>
  </p:cSld>
  <p:clrMapOvr>
    <a:masterClrMapping/>
  </p:clrMapOvr>
  <p:transitio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theme" Target="../theme/theme2.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2" Type="http://schemas.openxmlformats.org/officeDocument/2006/relationships/theme" Target="../theme/theme3.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2" Type="http://schemas.openxmlformats.org/officeDocument/2006/relationships/theme" Target="../theme/theme4.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theme" Target="../theme/theme5.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theme" Target="../theme/theme6.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theme" Target="../theme/theme7.xml"/><Relationship Id="rId1" Type="http://schemas.openxmlformats.org/officeDocument/2006/relationships/slideLayout" Target="../slideLayouts/slideLayout72.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theme" Target="../theme/theme8.xml"/><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106.xml"/><Relationship Id="rId12" Type="http://schemas.openxmlformats.org/officeDocument/2006/relationships/theme" Target="../theme/theme9.xml"/><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11" Type="http://schemas.openxmlformats.org/officeDocument/2006/relationships/slideLayout" Target="../slideLayouts/slideLayout117.xml"/><Relationship Id="rId12" Type="http://schemas.openxmlformats.org/officeDocument/2006/relationships/slideLayout" Target="../slideLayouts/slideLayout118.xml"/><Relationship Id="rId13" Type="http://schemas.openxmlformats.org/officeDocument/2006/relationships/theme" Target="../theme/theme10.xml"/><Relationship Id="rId1" Type="http://schemas.openxmlformats.org/officeDocument/2006/relationships/slideLayout" Target="../slideLayouts/slideLayout107.xml"/><Relationship Id="rId2" Type="http://schemas.openxmlformats.org/officeDocument/2006/relationships/slideLayout" Target="../slideLayouts/slideLayout108.xml"/><Relationship Id="rId3" Type="http://schemas.openxmlformats.org/officeDocument/2006/relationships/slideLayout" Target="../slideLayouts/slideLayout109.xml"/><Relationship Id="rId4" Type="http://schemas.openxmlformats.org/officeDocument/2006/relationships/slideLayout" Target="../slideLayouts/slideLayout110.xml"/><Relationship Id="rId5" Type="http://schemas.openxmlformats.org/officeDocument/2006/relationships/slideLayout" Target="../slideLayouts/slideLayout111.xml"/><Relationship Id="rId6" Type="http://schemas.openxmlformats.org/officeDocument/2006/relationships/slideLayout" Target="../slideLayouts/slideLayout112.xml"/><Relationship Id="rId7" Type="http://schemas.openxmlformats.org/officeDocument/2006/relationships/slideLayout" Target="../slideLayouts/slideLayout113.xml"/><Relationship Id="rId8" Type="http://schemas.openxmlformats.org/officeDocument/2006/relationships/slideLayout" Target="../slideLayouts/slideLayout114.xml"/><Relationship Id="rId9" Type="http://schemas.openxmlformats.org/officeDocument/2006/relationships/slideLayout" Target="../slideLayouts/slideLayout115.xml"/><Relationship Id="rId10" Type="http://schemas.openxmlformats.org/officeDocument/2006/relationships/slideLayout" Target="../slideLayouts/slideLayout116.xml"/></Relationships>
</file>

<file path=ppt/slideMasters/_rels/slideMaster11.xml.rels><?xml version="1.0" encoding="UTF-8" standalone="yes"?>
<Relationships xmlns="http://schemas.openxmlformats.org/package/2006/relationships"><Relationship Id="rId11" Type="http://schemas.openxmlformats.org/officeDocument/2006/relationships/slideLayout" Target="../slideLayouts/slideLayout129.xml"/><Relationship Id="rId12" Type="http://schemas.openxmlformats.org/officeDocument/2006/relationships/theme" Target="../theme/theme11.xml"/><Relationship Id="rId1" Type="http://schemas.openxmlformats.org/officeDocument/2006/relationships/slideLayout" Target="../slideLayouts/slideLayout119.xml"/><Relationship Id="rId2" Type="http://schemas.openxmlformats.org/officeDocument/2006/relationships/slideLayout" Target="../slideLayouts/slideLayout120.xml"/><Relationship Id="rId3" Type="http://schemas.openxmlformats.org/officeDocument/2006/relationships/slideLayout" Target="../slideLayouts/slideLayout121.xml"/><Relationship Id="rId4" Type="http://schemas.openxmlformats.org/officeDocument/2006/relationships/slideLayout" Target="../slideLayouts/slideLayout122.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9" Type="http://schemas.openxmlformats.org/officeDocument/2006/relationships/slideLayout" Target="../slideLayouts/slideLayout127.xml"/><Relationship Id="rId10" Type="http://schemas.openxmlformats.org/officeDocument/2006/relationships/slideLayout" Target="../slideLayouts/slideLayout128.xml"/></Relationships>
</file>

<file path=ppt/slideMasters/_rels/slideMaster12.xml.rels><?xml version="1.0" encoding="UTF-8" standalone="yes"?>
<Relationships xmlns="http://schemas.openxmlformats.org/package/2006/relationships"><Relationship Id="rId11" Type="http://schemas.openxmlformats.org/officeDocument/2006/relationships/slideLayout" Target="../slideLayouts/slideLayout140.xml"/><Relationship Id="rId12" Type="http://schemas.openxmlformats.org/officeDocument/2006/relationships/slideLayout" Target="../slideLayouts/slideLayout141.xml"/><Relationship Id="rId13" Type="http://schemas.openxmlformats.org/officeDocument/2006/relationships/theme" Target="../theme/theme12.xml"/><Relationship Id="rId1" Type="http://schemas.openxmlformats.org/officeDocument/2006/relationships/slideLayout" Target="../slideLayouts/slideLayout130.xml"/><Relationship Id="rId2" Type="http://schemas.openxmlformats.org/officeDocument/2006/relationships/slideLayout" Target="../slideLayouts/slideLayout131.xml"/><Relationship Id="rId3" Type="http://schemas.openxmlformats.org/officeDocument/2006/relationships/slideLayout" Target="../slideLayouts/slideLayout132.xml"/><Relationship Id="rId4" Type="http://schemas.openxmlformats.org/officeDocument/2006/relationships/slideLayout" Target="../slideLayouts/slideLayout133.xml"/><Relationship Id="rId5" Type="http://schemas.openxmlformats.org/officeDocument/2006/relationships/slideLayout" Target="../slideLayouts/slideLayout134.xml"/><Relationship Id="rId6" Type="http://schemas.openxmlformats.org/officeDocument/2006/relationships/slideLayout" Target="../slideLayouts/slideLayout135.xml"/><Relationship Id="rId7" Type="http://schemas.openxmlformats.org/officeDocument/2006/relationships/slideLayout" Target="../slideLayouts/slideLayout136.xml"/><Relationship Id="rId8" Type="http://schemas.openxmlformats.org/officeDocument/2006/relationships/slideLayout" Target="../slideLayouts/slideLayout137.xml"/><Relationship Id="rId9" Type="http://schemas.openxmlformats.org/officeDocument/2006/relationships/slideLayout" Target="../slideLayouts/slideLayout138.xml"/><Relationship Id="rId10" Type="http://schemas.openxmlformats.org/officeDocument/2006/relationships/slideLayout" Target="../slideLayouts/slideLayout1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pPr/>
              <a:t>3/21/17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809" r:id="rId12"/>
    <p:sldLayoutId id="2147483952" r:id="rId13"/>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rPr>
              <a:pPr/>
              <a:t>3/21/17</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84651834"/>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77924567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257414734"/>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21896316"/>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21968788"/>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72132942"/>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78915943"/>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14275101"/>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8374" y="1925412"/>
            <a:ext cx="6493750" cy="4200751"/>
          </a:xfrm>
          <a:prstGeom prst="rect">
            <a:avLst/>
          </a:prstGeom>
        </p:spPr>
        <p:txBody>
          <a:bodyPr vert="horz" lIns="91440" tIns="45720" rIns="91440" bIns="45720" rtlCol="0">
            <a:normAutofit/>
          </a:bodyPr>
          <a:lstStyle/>
          <a:p>
            <a:pPr lvl="0"/>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4F004-EB79-9547-81C9-EF230FE1C6A6}" type="datetimeFigureOut">
              <a:rPr lang="en-US" smtClean="0">
                <a:solidFill>
                  <a:prstClr val="black">
                    <a:tint val="75000"/>
                  </a:prstClr>
                </a:solidFill>
                <a:latin typeface="Calibri"/>
              </a:rPr>
              <a:pPr/>
              <a:t>3/21/17</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4CC28-9E80-004C-B759-96BAC02A100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25340134"/>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Lst>
  <p:transition spd="slow" advClick="0" advTm="3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ctr" defTabSz="457200" rtl="0" eaLnBrk="1" latinLnBrk="0" hangingPunct="1">
        <a:spcBef>
          <a:spcPct val="20000"/>
        </a:spcBef>
        <a:buFont typeface="Arial"/>
        <a:buNone/>
        <a:defRPr sz="5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3.png"/><Relationship Id="rId1" Type="http://schemas.microsoft.com/office/2007/relationships/media" Target="file:///C:\Users\toutios\Desktop\LL_stimuli\swallow_water.avi" TargetMode="External"/><Relationship Id="rId2" Type="http://schemas.openxmlformats.org/officeDocument/2006/relationships/video" Target="file:///C:\Users\toutios\Desktop\LL_stimuli\swallow_water.avi" TargetMode="Externa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4.png"/><Relationship Id="rId1" Type="http://schemas.microsoft.com/office/2007/relationships/media" Target="file:///C:\Users\toutios\Desktop\LL_stimuli\vsweep.avi" TargetMode="External"/><Relationship Id="rId2" Type="http://schemas.openxmlformats.org/officeDocument/2006/relationships/video" Target="file:///C:\Users\toutios\Desktop\LL_stimuli\vsweep.avi" TargetMode="Externa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5.png"/><Relationship Id="rId1" Type="http://schemas.microsoft.com/office/2007/relationships/media" Target="file:///C:\Users\toutios\Desktop\LL_stimuli\palate_trace.avi" TargetMode="External"/><Relationship Id="rId2" Type="http://schemas.openxmlformats.org/officeDocument/2006/relationships/video" Target="file:///C:\Users\toutios\Desktop\LL_stimuli\palate_trace.avi"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e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202.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3.png"/><Relationship Id="rId1" Type="http://schemas.microsoft.com/office/2007/relationships/media" Target="file:///C:\Users\toutios\Desktop\LL_stimuli\swallow_water.avi" TargetMode="External"/><Relationship Id="rId2" Type="http://schemas.openxmlformats.org/officeDocument/2006/relationships/video" Target="file:///C:\Users\toutios\Desktop\LL_stimuli\swallow_water.avi" TargetMode="External"/></Relationships>
</file>

<file path=ppt/slides/_rels/slide203.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4.png"/><Relationship Id="rId1" Type="http://schemas.microsoft.com/office/2007/relationships/media" Target="file:///C:\Users\toutios\Desktop\LL_stimuli\vsweep.avi" TargetMode="External"/><Relationship Id="rId2" Type="http://schemas.openxmlformats.org/officeDocument/2006/relationships/video" Target="file:///C:\Users\toutios\Desktop\LL_stimuli\vsweep.avi" TargetMode="External"/></Relationships>
</file>

<file path=ppt/slides/_rels/slide204.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image" Target="../media/image5.png"/><Relationship Id="rId1" Type="http://schemas.microsoft.com/office/2007/relationships/media" Target="file:///C:\Users\toutios\Desktop\LL_stimuli\palate_trace.avi" TargetMode="External"/><Relationship Id="rId2" Type="http://schemas.openxmlformats.org/officeDocument/2006/relationships/video" Target="file:///C:\Users\toutios\Desktop\LL_stimuli\palate_trace.avi" TargetMode="Externa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image" Target="../media/image6.jpe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image" Target="../media/image7.jpe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image" Target="../media/image8.jpe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image" Target="../media/image9.jpe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image" Target="../media/image10.jpe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t>R1: Read real-time 1</a:t>
            </a:r>
            <a:r>
              <a:rPr lang="en-US" b="1" baseline="30000" dirty="0" smtClean="0"/>
              <a:t>st</a:t>
            </a:r>
            <a:r>
              <a:rPr lang="en-US" b="1" dirty="0" smtClean="0"/>
              <a:t> repetition, </a:t>
            </a:r>
            <a:r>
              <a:rPr lang="en-US" b="1" dirty="0"/>
              <a:t>C</a:t>
            </a:r>
            <a:r>
              <a:rPr lang="en-US" b="1" dirty="0" smtClean="0"/>
              <a:t>onsonants in symmetric VCV </a:t>
            </a:r>
            <a:r>
              <a:rPr lang="en-US" dirty="0" smtClean="0"/>
              <a:t>1/3</a:t>
            </a:r>
            <a:endParaRPr lang="en-US" dirty="0"/>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aapaa</a:t>
            </a:r>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oopoo</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eepee</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aataa</a:t>
            </a:r>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ootoo</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eetee</a:t>
            </a:r>
            <a:endParaRPr 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aakaa</a:t>
            </a:r>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ookoo</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eekee</a:t>
            </a:r>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aabaa</a:t>
            </a:r>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ooboo</a:t>
            </a:r>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eebee</a:t>
            </a:r>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aadaa</a:t>
            </a:r>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oodoo</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eedee</a:t>
            </a:r>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aagaa</a:t>
            </a:r>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oogoo</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eegee</a:t>
            </a:r>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t>R2. </a:t>
            </a:r>
            <a:r>
              <a:rPr lang="en-US" b="1" dirty="0"/>
              <a:t>C</a:t>
            </a:r>
            <a:r>
              <a:rPr lang="en-US" b="1" dirty="0" smtClean="0"/>
              <a:t>onsonants in symmetric VCV </a:t>
            </a:r>
            <a:r>
              <a:rPr lang="en-US" dirty="0" smtClean="0"/>
              <a:t>2/3</a:t>
            </a:r>
            <a:endParaRPr lang="en-US" dirty="0"/>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aathaa</a:t>
            </a:r>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oothoo</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eethee</a:t>
            </a:r>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aasaa</a:t>
            </a:r>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oosoo</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eesee</a:t>
            </a:r>
            <a:endParaRPr lang="en-US"/>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aashaa</a:t>
            </a:r>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ooshoo</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eeshee</a:t>
            </a:r>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aamaa</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oomoo</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eemee</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aanaa</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oonoo</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eenee</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aalaa</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ooloo</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eelee</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t>R3: Consonants in symmetric VCV </a:t>
            </a:r>
            <a:r>
              <a:rPr lang="en-US" dirty="0" smtClean="0"/>
              <a:t>3/3</a:t>
            </a:r>
            <a:endParaRPr lang="en-US" dirty="0"/>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aafaa</a:t>
            </a:r>
            <a:endParaRPr 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oofoo</a:t>
            </a:r>
            <a:endParaRPr lang="en-US"/>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eefee</a:t>
            </a:r>
            <a:endParaRPr lang="en-US"/>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aavaa</a:t>
            </a:r>
            <a:endParaRPr lang="en-US"/>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oovoo</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eevee</a:t>
            </a:r>
            <a:endParaRPr lang="en-US"/>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aaraa</a:t>
            </a:r>
            <a:endParaRPr lang="en-US"/>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ooroo</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eeree</a:t>
            </a:r>
            <a:endParaRPr lang="en-US"/>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aahaa</a:t>
            </a:r>
            <a:endParaRPr 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oohoo</a:t>
            </a:r>
            <a:endParaRPr lang="en-US"/>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eehee</a:t>
            </a:r>
            <a:endParaRPr lang="en-US"/>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aawaa</a:t>
            </a:r>
            <a:endParaRPr lang="en-US"/>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oowoo</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eewee</a:t>
            </a:r>
            <a:endParaRPr lang="en-US"/>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aayaa</a:t>
            </a:r>
            <a:endParaRPr lang="en-US"/>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ooyoo</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eeyee</a:t>
            </a:r>
            <a:endParaRPr lang="en-US"/>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R4: Vowels in </a:t>
            </a:r>
            <a:r>
              <a:rPr lang="en-US" b="1" dirty="0" err="1" smtClean="0">
                <a:solidFill>
                  <a:prstClr val="black"/>
                </a:solidFill>
                <a:latin typeface="Calibri"/>
              </a:rPr>
              <a:t>bVt</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48713480"/>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beat</a:t>
            </a:r>
            <a:endParaRPr lang="en-US" dirty="0"/>
          </a:p>
        </p:txBody>
      </p:sp>
    </p:spTree>
    <p:extLst>
      <p:ext uri="{BB962C8B-B14F-4D97-AF65-F5344CB8AC3E}">
        <p14:creationId xmlns:p14="http://schemas.microsoft.com/office/powerpoint/2010/main" val="3903582957"/>
      </p:ext>
    </p:extLst>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bit</a:t>
            </a:r>
            <a:endParaRPr lang="en-US" dirty="0"/>
          </a:p>
        </p:txBody>
      </p:sp>
    </p:spTree>
    <p:extLst>
      <p:ext uri="{BB962C8B-B14F-4D97-AF65-F5344CB8AC3E}">
        <p14:creationId xmlns:p14="http://schemas.microsoft.com/office/powerpoint/2010/main" val="2668433590"/>
      </p:ext>
    </p:extLst>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bait</a:t>
            </a:r>
            <a:endParaRPr lang="en-US" dirty="0"/>
          </a:p>
        </p:txBody>
      </p:sp>
    </p:spTree>
    <p:extLst>
      <p:ext uri="{BB962C8B-B14F-4D97-AF65-F5344CB8AC3E}">
        <p14:creationId xmlns:p14="http://schemas.microsoft.com/office/powerpoint/2010/main" val="2677332900"/>
      </p:ext>
    </p:extLst>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bet</a:t>
            </a:r>
            <a:endParaRPr lang="en-US" dirty="0"/>
          </a:p>
        </p:txBody>
      </p:sp>
    </p:spTree>
    <p:extLst>
      <p:ext uri="{BB962C8B-B14F-4D97-AF65-F5344CB8AC3E}">
        <p14:creationId xmlns:p14="http://schemas.microsoft.com/office/powerpoint/2010/main" val="2230270487"/>
      </p:ext>
    </p:extLst>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bat</a:t>
            </a:r>
          </a:p>
        </p:txBody>
      </p:sp>
    </p:spTree>
    <p:extLst>
      <p:ext uri="{BB962C8B-B14F-4D97-AF65-F5344CB8AC3E}">
        <p14:creationId xmlns:p14="http://schemas.microsoft.com/office/powerpoint/2010/main" val="1247461139"/>
      </p:ext>
    </p:extLst>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pot</a:t>
            </a:r>
            <a:endParaRPr lang="en-US" dirty="0"/>
          </a:p>
        </p:txBody>
      </p:sp>
    </p:spTree>
    <p:extLst>
      <p:ext uri="{BB962C8B-B14F-4D97-AF65-F5344CB8AC3E}">
        <p14:creationId xmlns:p14="http://schemas.microsoft.com/office/powerpoint/2010/main" val="28646781"/>
      </p:ext>
    </p:extLst>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but</a:t>
            </a:r>
            <a:endParaRPr lang="en-US" dirty="0"/>
          </a:p>
        </p:txBody>
      </p:sp>
    </p:spTree>
    <p:extLst>
      <p:ext uri="{BB962C8B-B14F-4D97-AF65-F5344CB8AC3E}">
        <p14:creationId xmlns:p14="http://schemas.microsoft.com/office/powerpoint/2010/main" val="4157203731"/>
      </p:ext>
    </p:extLst>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bought</a:t>
            </a:r>
          </a:p>
        </p:txBody>
      </p:sp>
    </p:spTree>
    <p:extLst>
      <p:ext uri="{BB962C8B-B14F-4D97-AF65-F5344CB8AC3E}">
        <p14:creationId xmlns:p14="http://schemas.microsoft.com/office/powerpoint/2010/main" val="3261527288"/>
      </p:ext>
    </p:extLst>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boat</a:t>
            </a:r>
            <a:endParaRPr lang="en-US" dirty="0"/>
          </a:p>
        </p:txBody>
      </p:sp>
    </p:spTree>
    <p:extLst>
      <p:ext uri="{BB962C8B-B14F-4D97-AF65-F5344CB8AC3E}">
        <p14:creationId xmlns:p14="http://schemas.microsoft.com/office/powerpoint/2010/main" val="1607081720"/>
      </p:ext>
    </p:extLst>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boot</a:t>
            </a:r>
            <a:endParaRPr lang="en-US" dirty="0"/>
          </a:p>
        </p:txBody>
      </p:sp>
    </p:spTree>
    <p:extLst>
      <p:ext uri="{BB962C8B-B14F-4D97-AF65-F5344CB8AC3E}">
        <p14:creationId xmlns:p14="http://schemas.microsoft.com/office/powerpoint/2010/main" val="454221152"/>
      </p:ext>
    </p:extLst>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put</a:t>
            </a:r>
          </a:p>
        </p:txBody>
      </p:sp>
    </p:spTree>
    <p:extLst>
      <p:ext uri="{BB962C8B-B14F-4D97-AF65-F5344CB8AC3E}">
        <p14:creationId xmlns:p14="http://schemas.microsoft.com/office/powerpoint/2010/main" val="1994131376"/>
      </p:ext>
    </p:extLst>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bite</a:t>
            </a:r>
            <a:endParaRPr lang="en-US" dirty="0"/>
          </a:p>
        </p:txBody>
      </p:sp>
    </p:spTree>
    <p:extLst>
      <p:ext uri="{BB962C8B-B14F-4D97-AF65-F5344CB8AC3E}">
        <p14:creationId xmlns:p14="http://schemas.microsoft.com/office/powerpoint/2010/main" val="3943370317"/>
      </p:ext>
    </p:extLst>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butte</a:t>
            </a:r>
            <a:endParaRPr lang="en-US" dirty="0"/>
          </a:p>
        </p:txBody>
      </p:sp>
    </p:spTree>
    <p:extLst>
      <p:ext uri="{BB962C8B-B14F-4D97-AF65-F5344CB8AC3E}">
        <p14:creationId xmlns:p14="http://schemas.microsoft.com/office/powerpoint/2010/main" val="4059486398"/>
      </p:ext>
    </p:extLst>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bird</a:t>
            </a:r>
            <a:endParaRPr lang="en-US" dirty="0"/>
          </a:p>
        </p:txBody>
      </p:sp>
    </p:spTree>
    <p:extLst>
      <p:ext uri="{BB962C8B-B14F-4D97-AF65-F5344CB8AC3E}">
        <p14:creationId xmlns:p14="http://schemas.microsoft.com/office/powerpoint/2010/main" val="2833421465"/>
      </p:ext>
    </p:extLst>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Boyd</a:t>
            </a:r>
          </a:p>
        </p:txBody>
      </p:sp>
    </p:spTree>
    <p:extLst>
      <p:ext uri="{BB962C8B-B14F-4D97-AF65-F5344CB8AC3E}">
        <p14:creationId xmlns:p14="http://schemas.microsoft.com/office/powerpoint/2010/main" val="2245098084"/>
      </p:ext>
    </p:extLst>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abbot</a:t>
            </a:r>
          </a:p>
        </p:txBody>
      </p:sp>
    </p:spTree>
    <p:extLst>
      <p:ext uri="{BB962C8B-B14F-4D97-AF65-F5344CB8AC3E}">
        <p14:creationId xmlns:p14="http://schemas.microsoft.com/office/powerpoint/2010/main" val="872404593"/>
      </p:ext>
    </p:extLst>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R5: Sentences </a:t>
            </a:r>
            <a:r>
              <a:rPr lang="en-US" dirty="0" smtClean="0">
                <a:solidFill>
                  <a:prstClr val="black"/>
                </a:solidFill>
                <a:latin typeface="Calibri"/>
              </a:rPr>
              <a:t>1/1</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817583804"/>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925412"/>
            <a:ext cx="8151223" cy="4200751"/>
          </a:xfrm>
        </p:spPr>
        <p:txBody>
          <a:bodyPr>
            <a:normAutofit/>
          </a:bodyPr>
          <a:lstStyle/>
          <a:p>
            <a:pPr algn="l"/>
            <a:r>
              <a:rPr lang="en-US" sz="4400" smtClean="0"/>
              <a:t>She had your dark suit in greasy wash water all year.</a:t>
            </a:r>
            <a:endParaRPr lang="en-US" sz="4400"/>
          </a:p>
        </p:txBody>
      </p:sp>
    </p:spTree>
    <p:extLst>
      <p:ext uri="{BB962C8B-B14F-4D97-AF65-F5344CB8AC3E}">
        <p14:creationId xmlns:p14="http://schemas.microsoft.com/office/powerpoint/2010/main" val="768647206"/>
      </p:ext>
    </p:extLst>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011" y="1925412"/>
            <a:ext cx="8203475" cy="4200751"/>
          </a:xfrm>
        </p:spPr>
        <p:txBody>
          <a:bodyPr>
            <a:normAutofit/>
          </a:bodyPr>
          <a:lstStyle/>
          <a:p>
            <a:pPr algn="l"/>
            <a:r>
              <a:rPr lang="en-US" sz="4400" smtClean="0"/>
              <a:t>Don’t ask me to carry an oily rag like that.</a:t>
            </a:r>
            <a:endParaRPr lang="en-US" sz="4400"/>
          </a:p>
        </p:txBody>
      </p:sp>
    </p:spTree>
    <p:extLst>
      <p:ext uri="{BB962C8B-B14F-4D97-AF65-F5344CB8AC3E}">
        <p14:creationId xmlns:p14="http://schemas.microsoft.com/office/powerpoint/2010/main" val="2257410516"/>
      </p:ext>
    </p:extLst>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2" y="1925412"/>
            <a:ext cx="7889967" cy="4200751"/>
          </a:xfrm>
        </p:spPr>
        <p:txBody>
          <a:bodyPr>
            <a:normAutofit/>
          </a:bodyPr>
          <a:lstStyle/>
          <a:p>
            <a:pPr algn="l"/>
            <a:r>
              <a:rPr lang="en-US" sz="4400" smtClean="0"/>
              <a:t>The girl was thirsty and drank some juice, followed by a coke.</a:t>
            </a:r>
            <a:endParaRPr lang="en-US" sz="4400"/>
          </a:p>
        </p:txBody>
      </p:sp>
    </p:spTree>
    <p:extLst>
      <p:ext uri="{BB962C8B-B14F-4D97-AF65-F5344CB8AC3E}">
        <p14:creationId xmlns:p14="http://schemas.microsoft.com/office/powerpoint/2010/main" val="3247030128"/>
      </p:ext>
    </p:extLst>
  </p:cSld>
  <p:clrMapOvr>
    <a:masterClrMapping/>
  </p:clrMapOvr>
  <p:transition spd="slow"/>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1925412"/>
            <a:ext cx="8752114" cy="4200751"/>
          </a:xfrm>
        </p:spPr>
        <p:txBody>
          <a:bodyPr>
            <a:noAutofit/>
          </a:bodyPr>
          <a:lstStyle/>
          <a:p>
            <a:pPr algn="l"/>
            <a:r>
              <a:rPr lang="en-US" sz="4400" smtClean="0"/>
              <a:t>Your good pants look great! However, your ripped pants look like a cheap version of a K-mart special. Is that an oil stain on them?</a:t>
            </a:r>
          </a:p>
          <a:p>
            <a:pPr algn="l"/>
            <a:endParaRPr lang="en-US" sz="4400" smtClean="0"/>
          </a:p>
          <a:p>
            <a:pPr algn="l"/>
            <a:r>
              <a:rPr lang="en-US" sz="4400" smtClean="0"/>
              <a:t>  </a:t>
            </a:r>
            <a:endParaRPr lang="en-US" sz="4400"/>
          </a:p>
        </p:txBody>
      </p:sp>
    </p:spTree>
    <p:extLst>
      <p:ext uri="{BB962C8B-B14F-4D97-AF65-F5344CB8AC3E}">
        <p14:creationId xmlns:p14="http://schemas.microsoft.com/office/powerpoint/2010/main" val="3499997338"/>
      </p:ext>
    </p:extLst>
  </p:cSld>
  <p:clrMapOvr>
    <a:masterClrMapping/>
  </p:clrMapOvr>
  <p:transition spd="slow"/>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R6: Rainbow</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333987891"/>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Shape 135"/>
          <p:cNvSpPr>
            <a:spLocks noGrp="1"/>
          </p:cNvSpPr>
          <p:nvPr>
            <p:ph type="title"/>
          </p:nvPr>
        </p:nvSpPr>
        <p:spPr>
          <a:xfrm>
            <a:off x="892969" y="1852352"/>
            <a:ext cx="7358063" cy="3380444"/>
          </a:xfrm>
          <a:prstGeom prst="rect">
            <a:avLst/>
          </a:prstGeom>
        </p:spPr>
        <p:txBody>
          <a:bodyPr/>
          <a:lstStyle>
            <a:lvl1pPr algn="l">
              <a:spcBef>
                <a:spcPts val="4200"/>
              </a:spcBef>
              <a:defRPr sz="4400"/>
            </a:lvl1pPr>
          </a:lstStyle>
          <a:p>
            <a:pPr lvl="0">
              <a:defRPr sz="1800"/>
            </a:pPr>
            <a:r>
              <a:rPr sz="3100" dirty="0"/>
              <a:t>When the sunlight strikes raindrops in the air, they act as a prism and form a rainbow. The rainbow is a division of white light into many beautiful colors.</a:t>
            </a:r>
          </a:p>
        </p:txBody>
      </p:sp>
    </p:spTree>
    <p:extLst>
      <p:ext uri="{BB962C8B-B14F-4D97-AF65-F5344CB8AC3E}">
        <p14:creationId xmlns:p14="http://schemas.microsoft.com/office/powerpoint/2010/main" val="2312244533"/>
      </p:ext>
    </p:extLst>
  </p:cSld>
  <p:clrMapOvr>
    <a:masterClrMapping/>
  </p:clrMapOvr>
  <p:transition spd="med"/>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 137"/>
          <p:cNvSpPr>
            <a:spLocks noGrp="1"/>
          </p:cNvSpPr>
          <p:nvPr>
            <p:ph type="title"/>
          </p:nvPr>
        </p:nvSpPr>
        <p:spPr>
          <a:xfrm>
            <a:off x="892969" y="1765863"/>
            <a:ext cx="7358063" cy="3326275"/>
          </a:xfrm>
          <a:prstGeom prst="rect">
            <a:avLst/>
          </a:prstGeom>
        </p:spPr>
        <p:txBody>
          <a:bodyPr/>
          <a:lstStyle>
            <a:lvl1pPr algn="l">
              <a:spcBef>
                <a:spcPts val="4200"/>
              </a:spcBef>
              <a:defRPr sz="4400"/>
            </a:lvl1pPr>
          </a:lstStyle>
          <a:p>
            <a:pPr lvl="0">
              <a:defRPr sz="1800"/>
            </a:pPr>
            <a:r>
              <a:rPr sz="3100" dirty="0"/>
              <a:t>These take the shape of a long round arch, with its path high above, and its two ends apparently beyond the horizon. There is, according to legend, a boiling pot of gold at one end. </a:t>
            </a:r>
          </a:p>
        </p:txBody>
      </p:sp>
    </p:spTree>
    <p:extLst>
      <p:ext uri="{BB962C8B-B14F-4D97-AF65-F5344CB8AC3E}">
        <p14:creationId xmlns:p14="http://schemas.microsoft.com/office/powerpoint/2010/main" val="998505523"/>
      </p:ext>
    </p:extLst>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a:spLocks noGrp="1"/>
          </p:cNvSpPr>
          <p:nvPr>
            <p:ph type="title"/>
          </p:nvPr>
        </p:nvSpPr>
        <p:spPr>
          <a:xfrm>
            <a:off x="892969" y="1866339"/>
            <a:ext cx="7358063" cy="3125322"/>
          </a:xfrm>
          <a:prstGeom prst="rect">
            <a:avLst/>
          </a:prstGeom>
        </p:spPr>
        <p:txBody>
          <a:bodyPr/>
          <a:lstStyle>
            <a:lvl1pPr algn="l">
              <a:spcBef>
                <a:spcPts val="4200"/>
              </a:spcBef>
              <a:defRPr sz="4400"/>
            </a:lvl1pPr>
          </a:lstStyle>
          <a:p>
            <a:pPr lvl="0">
              <a:defRPr sz="1800"/>
            </a:pPr>
            <a:r>
              <a:rPr sz="3100"/>
              <a:t>People look, but no one ever finds it. When a man looks for something beyond his reach, his friends say he is looking for the pot of gold at the end of the rainbow.</a:t>
            </a:r>
          </a:p>
        </p:txBody>
      </p:sp>
    </p:spTree>
    <p:extLst>
      <p:ext uri="{BB962C8B-B14F-4D97-AF65-F5344CB8AC3E}">
        <p14:creationId xmlns:p14="http://schemas.microsoft.com/office/powerpoint/2010/main" val="2617580851"/>
      </p:ext>
    </p:extLst>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R7: Grandfather </a:t>
            </a:r>
            <a:r>
              <a:rPr lang="en-US" dirty="0" smtClean="0">
                <a:solidFill>
                  <a:prstClr val="black"/>
                </a:solidFill>
                <a:latin typeface="Calibri"/>
              </a:rPr>
              <a:t>1/2</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4047305962"/>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144"/>
          <p:cNvSpPr>
            <a:spLocks noGrp="1"/>
          </p:cNvSpPr>
          <p:nvPr>
            <p:ph type="title"/>
          </p:nvPr>
        </p:nvSpPr>
        <p:spPr>
          <a:xfrm>
            <a:off x="892969" y="1919190"/>
            <a:ext cx="7358063" cy="3694794"/>
          </a:xfrm>
          <a:prstGeom prst="rect">
            <a:avLst/>
          </a:prstGeom>
        </p:spPr>
        <p:txBody>
          <a:bodyPr/>
          <a:lstStyle>
            <a:lvl1pPr algn="l">
              <a:spcBef>
                <a:spcPts val="4200"/>
              </a:spcBef>
              <a:defRPr sz="4400"/>
            </a:lvl1pPr>
          </a:lstStyle>
          <a:p>
            <a:pPr lvl="0">
              <a:defRPr sz="1800"/>
            </a:pPr>
            <a:r>
              <a:rPr sz="3100" dirty="0"/>
              <a:t>You wish to know all about my grandfather. Well, he is nearly 93 years old, yet he still thinks as swiftly as ever. He dresses himself in an old black frock coat, usually several buttons missing.</a:t>
            </a:r>
          </a:p>
        </p:txBody>
      </p:sp>
    </p:spTree>
    <p:extLst>
      <p:ext uri="{BB962C8B-B14F-4D97-AF65-F5344CB8AC3E}">
        <p14:creationId xmlns:p14="http://schemas.microsoft.com/office/powerpoint/2010/main" val="3955695139"/>
      </p:ext>
    </p:extLst>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hape 146"/>
          <p:cNvSpPr>
            <a:spLocks noGrp="1"/>
          </p:cNvSpPr>
          <p:nvPr>
            <p:ph type="title"/>
          </p:nvPr>
        </p:nvSpPr>
        <p:spPr>
          <a:xfrm>
            <a:off x="892969" y="1919290"/>
            <a:ext cx="7358063" cy="3019421"/>
          </a:xfrm>
          <a:prstGeom prst="rect">
            <a:avLst/>
          </a:prstGeom>
        </p:spPr>
        <p:txBody>
          <a:bodyPr/>
          <a:lstStyle>
            <a:lvl1pPr algn="l">
              <a:spcBef>
                <a:spcPts val="4200"/>
              </a:spcBef>
              <a:defRPr sz="4400"/>
            </a:lvl1pPr>
          </a:lstStyle>
          <a:p>
            <a:pPr lvl="0">
              <a:defRPr sz="1800"/>
            </a:pPr>
            <a:r>
              <a:rPr sz="3100"/>
              <a:t>A long beard clings to his chin, giving those who observe him a pronounced feeling of the utmost respect. When he speaks, his voice is just a bit cracked and quivers a bit.</a:t>
            </a:r>
          </a:p>
        </p:txBody>
      </p:sp>
    </p:spTree>
    <p:extLst>
      <p:ext uri="{BB962C8B-B14F-4D97-AF65-F5344CB8AC3E}">
        <p14:creationId xmlns:p14="http://schemas.microsoft.com/office/powerpoint/2010/main" val="1153875936"/>
      </p:ext>
    </p:extLst>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R7: Grandfather </a:t>
            </a:r>
            <a:r>
              <a:rPr lang="en-US" dirty="0" smtClean="0">
                <a:solidFill>
                  <a:prstClr val="black"/>
                </a:solidFill>
                <a:latin typeface="Calibri"/>
              </a:rPr>
              <a:t>2/2</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591003620"/>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xfrm>
            <a:off x="892969" y="1830900"/>
            <a:ext cx="7358063" cy="3196201"/>
          </a:xfrm>
          <a:prstGeom prst="rect">
            <a:avLst/>
          </a:prstGeom>
        </p:spPr>
        <p:txBody>
          <a:bodyPr/>
          <a:lstStyle>
            <a:lvl1pPr algn="l">
              <a:spcBef>
                <a:spcPts val="4200"/>
              </a:spcBef>
              <a:defRPr sz="4400"/>
            </a:lvl1pPr>
          </a:lstStyle>
          <a:p>
            <a:pPr lvl="0">
              <a:defRPr sz="1800"/>
            </a:pPr>
            <a:r>
              <a:rPr sz="3100"/>
              <a:t>Twice each day he plays skillfully and with zest upon a small organ.  Except in the winter when the snow or ice prevents, he slowly takes a short walk in the open air each day.</a:t>
            </a:r>
          </a:p>
        </p:txBody>
      </p:sp>
    </p:spTree>
    <p:extLst>
      <p:ext uri="{BB962C8B-B14F-4D97-AF65-F5344CB8AC3E}">
        <p14:creationId xmlns:p14="http://schemas.microsoft.com/office/powerpoint/2010/main" val="2614348457"/>
      </p:ext>
    </p:extLst>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p:cNvSpPr>
          <p:nvPr>
            <p:ph type="title"/>
          </p:nvPr>
        </p:nvSpPr>
        <p:spPr>
          <a:xfrm>
            <a:off x="892969" y="1995575"/>
            <a:ext cx="7358063" cy="2594285"/>
          </a:xfrm>
          <a:prstGeom prst="rect">
            <a:avLst/>
          </a:prstGeom>
        </p:spPr>
        <p:txBody>
          <a:bodyPr/>
          <a:lstStyle>
            <a:lvl1pPr algn="l">
              <a:spcBef>
                <a:spcPts val="4200"/>
              </a:spcBef>
              <a:defRPr sz="4400"/>
            </a:lvl1pPr>
          </a:lstStyle>
          <a:p>
            <a:pPr lvl="0">
              <a:defRPr sz="1800"/>
            </a:pPr>
            <a:r>
              <a:rPr sz="3100" dirty="0"/>
              <a:t>We have often urged him to walk more and smoke less, but he always answers, 'Banana oil!' Grandfather likes to be modern in his language.</a:t>
            </a:r>
          </a:p>
        </p:txBody>
      </p:sp>
    </p:spTree>
    <p:extLst>
      <p:ext uri="{BB962C8B-B14F-4D97-AF65-F5344CB8AC3E}">
        <p14:creationId xmlns:p14="http://schemas.microsoft.com/office/powerpoint/2010/main" val="611181298"/>
      </p:ext>
    </p:extLst>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R8: North wind and the sun </a:t>
            </a:r>
            <a:r>
              <a:rPr lang="en-US" dirty="0" smtClean="0">
                <a:solidFill>
                  <a:prstClr val="black"/>
                </a:solidFill>
                <a:latin typeface="Calibri"/>
              </a:rPr>
              <a:t>1/2</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459922658"/>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925412"/>
            <a:ext cx="8216537" cy="4200751"/>
          </a:xfrm>
        </p:spPr>
        <p:txBody>
          <a:bodyPr>
            <a:normAutofit/>
          </a:bodyPr>
          <a:lstStyle/>
          <a:p>
            <a:pPr algn="l"/>
            <a:r>
              <a:rPr lang="en-US" sz="3200" dirty="0" smtClean="0"/>
              <a:t>The North Wind and the Sun were disputing which was the stronger, when a traveller came along wrapped in a warm cloak.</a:t>
            </a:r>
          </a:p>
          <a:p>
            <a:pPr algn="l"/>
            <a:endParaRPr lang="en-US" sz="4400" dirty="0" smtClean="0"/>
          </a:p>
          <a:p>
            <a:pPr algn="l"/>
            <a:endParaRPr lang="en-US" sz="4400" dirty="0"/>
          </a:p>
        </p:txBody>
      </p:sp>
    </p:spTree>
    <p:extLst>
      <p:ext uri="{BB962C8B-B14F-4D97-AF65-F5344CB8AC3E}">
        <p14:creationId xmlns:p14="http://schemas.microsoft.com/office/powerpoint/2010/main" val="1738694440"/>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131" y="1925412"/>
            <a:ext cx="8621486" cy="4200751"/>
          </a:xfrm>
        </p:spPr>
        <p:txBody>
          <a:bodyPr>
            <a:normAutofit/>
          </a:bodyPr>
          <a:lstStyle/>
          <a:p>
            <a:pPr algn="l"/>
            <a:r>
              <a:rPr lang="en-US" sz="3200" dirty="0" smtClean="0"/>
              <a:t>They agreed that the one who ﬁrst succeeded in making the traveller take his </a:t>
            </a:r>
            <a:r>
              <a:rPr lang="en-US" sz="3200" dirty="0"/>
              <a:t>cloak off should be considered stronger than the other.</a:t>
            </a:r>
          </a:p>
          <a:p>
            <a:pPr algn="l"/>
            <a:endParaRPr lang="en-US" sz="3200" dirty="0" smtClean="0"/>
          </a:p>
          <a:p>
            <a:pPr algn="l"/>
            <a:endParaRPr lang="en-US" sz="4400" dirty="0"/>
          </a:p>
        </p:txBody>
      </p:sp>
    </p:spTree>
    <p:extLst>
      <p:ext uri="{BB962C8B-B14F-4D97-AF65-F5344CB8AC3E}">
        <p14:creationId xmlns:p14="http://schemas.microsoft.com/office/powerpoint/2010/main" val="3791924411"/>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a:solidFill>
                  <a:prstClr val="black"/>
                </a:solidFill>
              </a:rPr>
              <a:t>R8: North wind and the sun </a:t>
            </a:r>
            <a:r>
              <a:rPr lang="en-US" dirty="0" smtClean="0">
                <a:solidFill>
                  <a:prstClr val="black"/>
                </a:solidFill>
              </a:rPr>
              <a:t>2/2</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971867195"/>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571" y="1925412"/>
            <a:ext cx="8412480" cy="4200751"/>
          </a:xfrm>
        </p:spPr>
        <p:txBody>
          <a:bodyPr>
            <a:normAutofit/>
          </a:bodyPr>
          <a:lstStyle/>
          <a:p>
            <a:pPr algn="l"/>
            <a:r>
              <a:rPr lang="en-US" sz="3200" dirty="0" smtClean="0"/>
              <a:t>Then the North Wind blew as hard as he could, but the more he blew the more closely did the traveller fold his cloak around him</a:t>
            </a:r>
            <a:r>
              <a:rPr lang="en-US" sz="3200" dirty="0"/>
              <a:t>; and at last the North Wind gave up the attempt. </a:t>
            </a:r>
          </a:p>
          <a:p>
            <a:pPr algn="l"/>
            <a:endParaRPr lang="en-US" sz="3200" dirty="0" smtClean="0"/>
          </a:p>
          <a:p>
            <a:pPr algn="l"/>
            <a:endParaRPr lang="en-US" sz="4400" dirty="0" smtClean="0"/>
          </a:p>
          <a:p>
            <a:pPr algn="l"/>
            <a:endParaRPr lang="en-US" sz="4400" dirty="0"/>
          </a:p>
        </p:txBody>
      </p:sp>
    </p:spTree>
    <p:extLst>
      <p:ext uri="{BB962C8B-B14F-4D97-AF65-F5344CB8AC3E}">
        <p14:creationId xmlns:p14="http://schemas.microsoft.com/office/powerpoint/2010/main" val="2456882840"/>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1925412"/>
            <a:ext cx="8438606" cy="4200751"/>
          </a:xfrm>
        </p:spPr>
        <p:txBody>
          <a:bodyPr>
            <a:normAutofit/>
          </a:bodyPr>
          <a:lstStyle/>
          <a:p>
            <a:pPr algn="l"/>
            <a:r>
              <a:rPr lang="en-US" sz="3200" dirty="0" smtClean="0"/>
              <a:t>Then the Sun shone out warmly, and immediately the traveller took off his cloak</a:t>
            </a:r>
            <a:r>
              <a:rPr lang="en-US" sz="3200" dirty="0"/>
              <a:t>. And so the North Wind was obliged to confess that the Sun was the stronger of the two.</a:t>
            </a:r>
          </a:p>
          <a:p>
            <a:pPr algn="l"/>
            <a:endParaRPr lang="en-US" sz="3200" dirty="0" smtClean="0"/>
          </a:p>
          <a:p>
            <a:pPr algn="l"/>
            <a:endParaRPr lang="en-US" sz="4400" dirty="0" smtClean="0"/>
          </a:p>
        </p:txBody>
      </p:sp>
    </p:spTree>
    <p:extLst>
      <p:ext uri="{BB962C8B-B14F-4D97-AF65-F5344CB8AC3E}">
        <p14:creationId xmlns:p14="http://schemas.microsoft.com/office/powerpoint/2010/main" val="3528205338"/>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9" y="6332810"/>
            <a:ext cx="3061252" cy="369332"/>
          </a:xfrm>
          <a:prstGeom prst="rect">
            <a:avLst/>
          </a:prstGeom>
          <a:noFill/>
        </p:spPr>
        <p:txBody>
          <a:bodyPr wrap="square" rtlCol="0">
            <a:spAutoFit/>
          </a:bodyPr>
          <a:lstStyle/>
          <a:p>
            <a:r>
              <a:rPr lang="en-US" b="1" dirty="0" smtClean="0">
                <a:solidFill>
                  <a:prstClr val="black"/>
                </a:solidFill>
                <a:latin typeface="Calibri"/>
              </a:rPr>
              <a:t>R9: Gestures</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764657041"/>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8" name="Text Box 2"/>
          <p:cNvSpPr txBox="1">
            <a:spLocks noChangeArrowheads="1"/>
          </p:cNvSpPr>
          <p:nvPr/>
        </p:nvSpPr>
        <p:spPr bwMode="auto">
          <a:xfrm>
            <a:off x="0" y="4548796"/>
            <a:ext cx="9144000" cy="762000"/>
          </a:xfrm>
          <a:prstGeom prst="rect">
            <a:avLst/>
          </a:prstGeom>
          <a:solidFill>
            <a:schemeClr val="bg1"/>
          </a:solidFill>
          <a:ln w="9525" algn="ctr">
            <a:noFill/>
            <a:miter lim="800000"/>
            <a:headEnd/>
            <a:tailEnd/>
          </a:ln>
        </p:spPr>
        <p:txBody>
          <a:bodyPr lIns="0" tIns="0" rIns="0" bIns="0" anchor="ctr" anchorCtr="1"/>
          <a:lstStyle/>
          <a:p>
            <a:r>
              <a:rPr lang="en-US" sz="3600" b="1" dirty="0" smtClean="0">
                <a:solidFill>
                  <a:srgbClr val="FF0000"/>
                </a:solidFill>
                <a:latin typeface="Calibri"/>
              </a:rPr>
              <a:t>clench</a:t>
            </a:r>
            <a:endParaRPr lang="en-US" sz="3600" b="1" dirty="0">
              <a:solidFill>
                <a:srgbClr val="FF0000"/>
              </a:solidFill>
              <a:latin typeface="Calibri"/>
            </a:endParaRPr>
          </a:p>
        </p:txBody>
      </p:sp>
      <p:pic>
        <p:nvPicPr>
          <p:cNvPr id="285699" name="Picture 2" descr="C:\data\rmri\TIMIT\m1\capture\jpg\lac10242010_03_49_36_lab1_f1.jpg"/>
          <p:cNvPicPr>
            <a:picLocks noChangeAspect="1" noChangeArrowheads="1"/>
          </p:cNvPicPr>
          <p:nvPr/>
        </p:nvPicPr>
        <p:blipFill>
          <a:blip r:embed="rId2" cstate="print"/>
          <a:srcRect/>
          <a:stretch>
            <a:fillRect/>
          </a:stretch>
        </p:blipFill>
        <p:spPr bwMode="auto">
          <a:xfrm>
            <a:off x="2938463" y="1272196"/>
            <a:ext cx="3267075" cy="3267075"/>
          </a:xfrm>
          <a:prstGeom prst="rect">
            <a:avLst/>
          </a:prstGeom>
          <a:noFill/>
          <a:ln w="9525">
            <a:noFill/>
            <a:miter lim="800000"/>
            <a:headEnd/>
            <a:tailEnd/>
          </a:ln>
        </p:spPr>
      </p:pic>
    </p:spTree>
    <p:extLst>
      <p:ext uri="{BB962C8B-B14F-4D97-AF65-F5344CB8AC3E}">
        <p14:creationId xmlns:p14="http://schemas.microsoft.com/office/powerpoint/2010/main" val="976540016"/>
      </p:ext>
    </p:extLst>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1602" name="Text Box 2"/>
          <p:cNvSpPr txBox="1">
            <a:spLocks noChangeArrowheads="1"/>
          </p:cNvSpPr>
          <p:nvPr/>
        </p:nvSpPr>
        <p:spPr bwMode="auto">
          <a:xfrm>
            <a:off x="0" y="4535544"/>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latin typeface="Calibri"/>
              </a:rPr>
              <a:t>open wide &amp; yawn</a:t>
            </a:r>
          </a:p>
        </p:txBody>
      </p:sp>
      <p:pic>
        <p:nvPicPr>
          <p:cNvPr id="281603" name="Picture 2" descr="C:\Users\mike\Documents\SPAN\experiments\stimuli\corpora\lac01222012_13_55_16_lab1_f80.jpg"/>
          <p:cNvPicPr>
            <a:picLocks noChangeAspect="1" noChangeArrowheads="1"/>
          </p:cNvPicPr>
          <p:nvPr/>
        </p:nvPicPr>
        <p:blipFill>
          <a:blip r:embed="rId2" cstate="print"/>
          <a:srcRect/>
          <a:stretch>
            <a:fillRect/>
          </a:stretch>
        </p:blipFill>
        <p:spPr bwMode="auto">
          <a:xfrm>
            <a:off x="2938463" y="1258944"/>
            <a:ext cx="3267075" cy="3267075"/>
          </a:xfrm>
          <a:prstGeom prst="rect">
            <a:avLst/>
          </a:prstGeom>
          <a:noFill/>
          <a:ln w="9525">
            <a:noFill/>
            <a:miter lim="800000"/>
            <a:headEnd/>
            <a:tailEnd/>
          </a:ln>
        </p:spPr>
      </p:pic>
    </p:spTree>
    <p:extLst>
      <p:ext uri="{BB962C8B-B14F-4D97-AF65-F5344CB8AC3E}">
        <p14:creationId xmlns:p14="http://schemas.microsoft.com/office/powerpoint/2010/main" val="3712170176"/>
      </p:ext>
    </p:extLst>
  </p:cSld>
  <p:clrMapOvr>
    <a:masterClrMapping/>
  </p:clrMapOvr>
  <p:transition>
    <p:cut/>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Text Box 2"/>
          <p:cNvSpPr txBox="1">
            <a:spLocks noChangeArrowheads="1"/>
          </p:cNvSpPr>
          <p:nvPr/>
        </p:nvSpPr>
        <p:spPr bwMode="auto">
          <a:xfrm>
            <a:off x="0" y="4588552"/>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latin typeface="Calibri"/>
              </a:rPr>
              <a:t>swallow</a:t>
            </a:r>
          </a:p>
        </p:txBody>
      </p:sp>
      <p:pic>
        <p:nvPicPr>
          <p:cNvPr id="4" name="swallow_water.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52750" y="1391734"/>
            <a:ext cx="3238500" cy="3238500"/>
          </a:xfrm>
          <a:prstGeom prst="rect">
            <a:avLst/>
          </a:prstGeom>
        </p:spPr>
      </p:pic>
    </p:spTree>
    <p:extLst>
      <p:ext uri="{BB962C8B-B14F-4D97-AF65-F5344CB8AC3E}">
        <p14:creationId xmlns:p14="http://schemas.microsoft.com/office/powerpoint/2010/main" val="720174520"/>
      </p:ext>
    </p:extLst>
  </p:cSld>
  <p:clrMapOvr>
    <a:masterClrMapping/>
  </p:clrMapOvr>
  <p:transition>
    <p:cut/>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cTn>
                <p:tgtEl>
                  <p:spTgt spid="4"/>
                </p:tgtEl>
              </p:cMediaNode>
            </p:video>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0" y="4575300"/>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latin typeface="Calibri"/>
              </a:rPr>
              <a:t>eee … aahh … uuww … eee</a:t>
            </a:r>
          </a:p>
        </p:txBody>
      </p:sp>
      <p:pic>
        <p:nvPicPr>
          <p:cNvPr id="5" name="vsweep.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52750" y="1221915"/>
            <a:ext cx="3238500" cy="3238500"/>
          </a:xfrm>
          <a:prstGeom prst="rect">
            <a:avLst/>
          </a:prstGeom>
        </p:spPr>
      </p:pic>
    </p:spTree>
    <p:extLst>
      <p:ext uri="{BB962C8B-B14F-4D97-AF65-F5344CB8AC3E}">
        <p14:creationId xmlns:p14="http://schemas.microsoft.com/office/powerpoint/2010/main" val="2145039941"/>
      </p:ext>
    </p:ext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cTn>
                <p:tgtEl>
                  <p:spTgt spid="5"/>
                </p:tgtEl>
              </p:cMediaNode>
            </p:video>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0" y="4575300"/>
            <a:ext cx="9144000" cy="762000"/>
          </a:xfrm>
          <a:prstGeom prst="rect">
            <a:avLst/>
          </a:prstGeom>
          <a:solidFill>
            <a:schemeClr val="bg1"/>
          </a:solidFill>
          <a:ln w="9525" algn="ctr">
            <a:noFill/>
            <a:miter lim="800000"/>
            <a:headEnd/>
            <a:tailEnd/>
          </a:ln>
        </p:spPr>
        <p:txBody>
          <a:bodyPr lIns="0" tIns="0" rIns="0" bIns="0" anchor="ctr" anchorCtr="1"/>
          <a:lstStyle/>
          <a:p>
            <a:r>
              <a:rPr lang="en-US" sz="3600" b="1" smtClean="0">
                <a:solidFill>
                  <a:srgbClr val="FF0000"/>
                </a:solidFill>
                <a:latin typeface="Calibri"/>
              </a:rPr>
              <a:t>trace palate with tongue tip</a:t>
            </a:r>
            <a:endParaRPr lang="en-US" sz="3600" b="1">
              <a:solidFill>
                <a:srgbClr val="FF0000"/>
              </a:solidFill>
              <a:latin typeface="Calibri"/>
            </a:endParaRPr>
          </a:p>
        </p:txBody>
      </p:sp>
      <p:pic>
        <p:nvPicPr>
          <p:cNvPr id="4" name="palate_trace.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84864" y="1133748"/>
            <a:ext cx="3203122" cy="3203122"/>
          </a:xfrm>
          <a:prstGeom prst="rect">
            <a:avLst/>
          </a:prstGeom>
        </p:spPr>
      </p:pic>
    </p:spTree>
    <p:extLst>
      <p:ext uri="{BB962C8B-B14F-4D97-AF65-F5344CB8AC3E}">
        <p14:creationId xmlns:p14="http://schemas.microsoft.com/office/powerpoint/2010/main" val="2022438249"/>
      </p:ext>
    </p:ext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cTn>
                <p:tgtEl>
                  <p:spTgt spid="4"/>
                </p:tgtEl>
              </p:cMediaNode>
            </p:video>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3"/>
                </a:solidFill>
              </a:rPr>
              <a:t>Sing “la” at your highest note</a:t>
            </a:r>
            <a:endParaRPr lang="en-US">
              <a:solidFill>
                <a:schemeClr val="accent3"/>
              </a:solidFill>
            </a:endParaRPr>
          </a:p>
        </p:txBody>
      </p:sp>
    </p:spTree>
    <p:extLst>
      <p:ext uri="{BB962C8B-B14F-4D97-AF65-F5344CB8AC3E}">
        <p14:creationId xmlns:p14="http://schemas.microsoft.com/office/powerpoint/2010/main" val="123447899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3"/>
                </a:solidFill>
              </a:rPr>
              <a:t>Sing “la” at your lowest note</a:t>
            </a:r>
            <a:endParaRPr lang="en-US">
              <a:solidFill>
                <a:schemeClr val="accent3"/>
              </a:solidFill>
            </a:endParaRPr>
          </a:p>
        </p:txBody>
      </p:sp>
    </p:spTree>
    <p:extLst>
      <p:ext uri="{BB962C8B-B14F-4D97-AF65-F5344CB8AC3E}">
        <p14:creationId xmlns:p14="http://schemas.microsoft.com/office/powerpoint/2010/main" val="258350928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R10: Read real-time 2</a:t>
            </a:r>
            <a:r>
              <a:rPr lang="en-US" b="1" baseline="30000" dirty="0" smtClean="0">
                <a:solidFill>
                  <a:prstClr val="black"/>
                </a:solidFill>
                <a:latin typeface="Calibri"/>
              </a:rPr>
              <a:t>nd</a:t>
            </a:r>
            <a:r>
              <a:rPr lang="en-US" b="1" dirty="0" smtClean="0">
                <a:solidFill>
                  <a:prstClr val="black"/>
                </a:solidFill>
                <a:latin typeface="Calibri"/>
              </a:rPr>
              <a:t> repetition</a:t>
            </a:r>
            <a:r>
              <a:rPr lang="en-US" b="1" dirty="0">
                <a:solidFill>
                  <a:prstClr val="black"/>
                </a:solidFill>
                <a:latin typeface="Calibri"/>
              </a:rPr>
              <a:t>,</a:t>
            </a:r>
            <a:r>
              <a:rPr lang="en-US" b="1" dirty="0" smtClean="0">
                <a:solidFill>
                  <a:prstClr val="black"/>
                </a:solidFill>
                <a:latin typeface="Calibri"/>
              </a:rPr>
              <a:t> </a:t>
            </a:r>
            <a:r>
              <a:rPr lang="en-US" b="1" dirty="0">
                <a:solidFill>
                  <a:prstClr val="black"/>
                </a:solidFill>
                <a:latin typeface="Calibri"/>
              </a:rPr>
              <a:t>C</a:t>
            </a:r>
            <a:r>
              <a:rPr lang="en-US" b="1" dirty="0" smtClean="0">
                <a:solidFill>
                  <a:prstClr val="black"/>
                </a:solidFill>
                <a:latin typeface="Calibri"/>
              </a:rPr>
              <a:t>onsonants in symmetric VCV </a:t>
            </a:r>
            <a:r>
              <a:rPr lang="en-US" dirty="0" smtClean="0">
                <a:solidFill>
                  <a:prstClr val="black"/>
                </a:solidFill>
                <a:latin typeface="Calibri"/>
              </a:rPr>
              <a:t>1/3</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693319423"/>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aapaa</a:t>
            </a:r>
            <a:endParaRPr lang="en-US"/>
          </a:p>
        </p:txBody>
      </p:sp>
    </p:spTree>
    <p:extLst>
      <p:ext uri="{BB962C8B-B14F-4D97-AF65-F5344CB8AC3E}">
        <p14:creationId xmlns:p14="http://schemas.microsoft.com/office/powerpoint/2010/main" val="2291471612"/>
      </p:ext>
    </p:extLst>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oopoo</a:t>
            </a:r>
            <a:endParaRPr lang="en-US"/>
          </a:p>
        </p:txBody>
      </p:sp>
    </p:spTree>
    <p:extLst>
      <p:ext uri="{BB962C8B-B14F-4D97-AF65-F5344CB8AC3E}">
        <p14:creationId xmlns:p14="http://schemas.microsoft.com/office/powerpoint/2010/main" val="2930502954"/>
      </p:ext>
    </p:extLst>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eepee</a:t>
            </a:r>
            <a:endParaRPr lang="en-US"/>
          </a:p>
        </p:txBody>
      </p:sp>
    </p:spTree>
    <p:extLst>
      <p:ext uri="{BB962C8B-B14F-4D97-AF65-F5344CB8AC3E}">
        <p14:creationId xmlns:p14="http://schemas.microsoft.com/office/powerpoint/2010/main" val="1392125426"/>
      </p:ext>
    </p:extLst>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aataa</a:t>
            </a:r>
            <a:endParaRPr lang="en-US"/>
          </a:p>
        </p:txBody>
      </p:sp>
    </p:spTree>
    <p:extLst>
      <p:ext uri="{BB962C8B-B14F-4D97-AF65-F5344CB8AC3E}">
        <p14:creationId xmlns:p14="http://schemas.microsoft.com/office/powerpoint/2010/main" val="2317630244"/>
      </p:ext>
    </p:extLst>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ootoo</a:t>
            </a:r>
          </a:p>
        </p:txBody>
      </p:sp>
    </p:spTree>
    <p:extLst>
      <p:ext uri="{BB962C8B-B14F-4D97-AF65-F5344CB8AC3E}">
        <p14:creationId xmlns:p14="http://schemas.microsoft.com/office/powerpoint/2010/main" val="1241432742"/>
      </p:ext>
    </p:extLst>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eetee</a:t>
            </a:r>
            <a:endParaRPr lang="en-US"/>
          </a:p>
        </p:txBody>
      </p:sp>
    </p:spTree>
    <p:extLst>
      <p:ext uri="{BB962C8B-B14F-4D97-AF65-F5344CB8AC3E}">
        <p14:creationId xmlns:p14="http://schemas.microsoft.com/office/powerpoint/2010/main" val="1536594125"/>
      </p:ext>
    </p:extLst>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aakaa</a:t>
            </a:r>
            <a:endParaRPr lang="en-US"/>
          </a:p>
        </p:txBody>
      </p:sp>
    </p:spTree>
    <p:extLst>
      <p:ext uri="{BB962C8B-B14F-4D97-AF65-F5344CB8AC3E}">
        <p14:creationId xmlns:p14="http://schemas.microsoft.com/office/powerpoint/2010/main" val="2474275399"/>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ookoo</a:t>
            </a:r>
          </a:p>
        </p:txBody>
      </p:sp>
    </p:spTree>
    <p:extLst>
      <p:ext uri="{BB962C8B-B14F-4D97-AF65-F5344CB8AC3E}">
        <p14:creationId xmlns:p14="http://schemas.microsoft.com/office/powerpoint/2010/main" val="142967935"/>
      </p:ext>
    </p:extLst>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eekee</a:t>
            </a:r>
            <a:endParaRPr lang="en-US"/>
          </a:p>
        </p:txBody>
      </p:sp>
    </p:spTree>
    <p:extLst>
      <p:ext uri="{BB962C8B-B14F-4D97-AF65-F5344CB8AC3E}">
        <p14:creationId xmlns:p14="http://schemas.microsoft.com/office/powerpoint/2010/main" val="3648233782"/>
      </p:ext>
    </p:extLst>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aabaa</a:t>
            </a:r>
            <a:endParaRPr lang="en-US"/>
          </a:p>
        </p:txBody>
      </p:sp>
    </p:spTree>
    <p:extLst>
      <p:ext uri="{BB962C8B-B14F-4D97-AF65-F5344CB8AC3E}">
        <p14:creationId xmlns:p14="http://schemas.microsoft.com/office/powerpoint/2010/main" val="3303784623"/>
      </p:ext>
    </p:extLst>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ooboo</a:t>
            </a:r>
            <a:endParaRPr lang="en-US"/>
          </a:p>
        </p:txBody>
      </p:sp>
    </p:spTree>
    <p:extLst>
      <p:ext uri="{BB962C8B-B14F-4D97-AF65-F5344CB8AC3E}">
        <p14:creationId xmlns:p14="http://schemas.microsoft.com/office/powerpoint/2010/main" val="2692295703"/>
      </p:ext>
    </p:extLst>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eebee</a:t>
            </a:r>
            <a:endParaRPr lang="en-US"/>
          </a:p>
        </p:txBody>
      </p:sp>
    </p:spTree>
    <p:extLst>
      <p:ext uri="{BB962C8B-B14F-4D97-AF65-F5344CB8AC3E}">
        <p14:creationId xmlns:p14="http://schemas.microsoft.com/office/powerpoint/2010/main" val="2145482573"/>
      </p:ext>
    </p:extLst>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aadaa</a:t>
            </a:r>
            <a:endParaRPr lang="en-US"/>
          </a:p>
        </p:txBody>
      </p:sp>
    </p:spTree>
    <p:extLst>
      <p:ext uri="{BB962C8B-B14F-4D97-AF65-F5344CB8AC3E}">
        <p14:creationId xmlns:p14="http://schemas.microsoft.com/office/powerpoint/2010/main" val="299778962"/>
      </p:ext>
    </p:extLst>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oodoo</a:t>
            </a:r>
          </a:p>
        </p:txBody>
      </p:sp>
    </p:spTree>
    <p:extLst>
      <p:ext uri="{BB962C8B-B14F-4D97-AF65-F5344CB8AC3E}">
        <p14:creationId xmlns:p14="http://schemas.microsoft.com/office/powerpoint/2010/main" val="207377425"/>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eedee</a:t>
            </a:r>
            <a:endParaRPr lang="en-US"/>
          </a:p>
        </p:txBody>
      </p:sp>
    </p:spTree>
    <p:extLst>
      <p:ext uri="{BB962C8B-B14F-4D97-AF65-F5344CB8AC3E}">
        <p14:creationId xmlns:p14="http://schemas.microsoft.com/office/powerpoint/2010/main" val="4073049734"/>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aagaa</a:t>
            </a:r>
            <a:endParaRPr lang="en-US"/>
          </a:p>
        </p:txBody>
      </p:sp>
    </p:spTree>
    <p:extLst>
      <p:ext uri="{BB962C8B-B14F-4D97-AF65-F5344CB8AC3E}">
        <p14:creationId xmlns:p14="http://schemas.microsoft.com/office/powerpoint/2010/main" val="906823435"/>
      </p:ext>
    </p:extLst>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oogoo</a:t>
            </a:r>
          </a:p>
        </p:txBody>
      </p:sp>
    </p:spTree>
    <p:extLst>
      <p:ext uri="{BB962C8B-B14F-4D97-AF65-F5344CB8AC3E}">
        <p14:creationId xmlns:p14="http://schemas.microsoft.com/office/powerpoint/2010/main" val="2917349427"/>
      </p:ext>
    </p:extLst>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eegee</a:t>
            </a:r>
            <a:endParaRPr lang="en-US"/>
          </a:p>
        </p:txBody>
      </p:sp>
    </p:spTree>
    <p:extLst>
      <p:ext uri="{BB962C8B-B14F-4D97-AF65-F5344CB8AC3E}">
        <p14:creationId xmlns:p14="http://schemas.microsoft.com/office/powerpoint/2010/main" val="482647102"/>
      </p:ext>
    </p:extLst>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R11. </a:t>
            </a:r>
            <a:r>
              <a:rPr lang="en-US" b="1" dirty="0">
                <a:solidFill>
                  <a:prstClr val="black"/>
                </a:solidFill>
                <a:latin typeface="Calibri"/>
              </a:rPr>
              <a:t>C</a:t>
            </a:r>
            <a:r>
              <a:rPr lang="en-US" b="1" dirty="0" smtClean="0">
                <a:solidFill>
                  <a:prstClr val="black"/>
                </a:solidFill>
                <a:latin typeface="Calibri"/>
              </a:rPr>
              <a:t>onsonants in symmetric VCV </a:t>
            </a:r>
            <a:r>
              <a:rPr lang="en-US" dirty="0" smtClean="0">
                <a:solidFill>
                  <a:prstClr val="black"/>
                </a:solidFill>
                <a:latin typeface="Calibri"/>
              </a:rPr>
              <a:t>2/3</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812877546"/>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aathaa</a:t>
            </a:r>
            <a:endParaRPr lang="en-US"/>
          </a:p>
        </p:txBody>
      </p:sp>
    </p:spTree>
    <p:extLst>
      <p:ext uri="{BB962C8B-B14F-4D97-AF65-F5344CB8AC3E}">
        <p14:creationId xmlns:p14="http://schemas.microsoft.com/office/powerpoint/2010/main" val="4241003117"/>
      </p:ext>
    </p:extLst>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oothoo</a:t>
            </a:r>
            <a:endParaRPr lang="en-US"/>
          </a:p>
        </p:txBody>
      </p:sp>
    </p:spTree>
    <p:extLst>
      <p:ext uri="{BB962C8B-B14F-4D97-AF65-F5344CB8AC3E}">
        <p14:creationId xmlns:p14="http://schemas.microsoft.com/office/powerpoint/2010/main" val="3846085891"/>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eethee</a:t>
            </a:r>
            <a:endParaRPr lang="en-US"/>
          </a:p>
        </p:txBody>
      </p:sp>
    </p:spTree>
    <p:extLst>
      <p:ext uri="{BB962C8B-B14F-4D97-AF65-F5344CB8AC3E}">
        <p14:creationId xmlns:p14="http://schemas.microsoft.com/office/powerpoint/2010/main" val="2841400870"/>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aasaa</a:t>
            </a:r>
            <a:endParaRPr lang="en-US"/>
          </a:p>
        </p:txBody>
      </p:sp>
    </p:spTree>
    <p:extLst>
      <p:ext uri="{BB962C8B-B14F-4D97-AF65-F5344CB8AC3E}">
        <p14:creationId xmlns:p14="http://schemas.microsoft.com/office/powerpoint/2010/main" val="1983792728"/>
      </p:ext>
    </p:extLst>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oosoo</a:t>
            </a:r>
          </a:p>
        </p:txBody>
      </p:sp>
    </p:spTree>
    <p:extLst>
      <p:ext uri="{BB962C8B-B14F-4D97-AF65-F5344CB8AC3E}">
        <p14:creationId xmlns:p14="http://schemas.microsoft.com/office/powerpoint/2010/main" val="1065395002"/>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eesee</a:t>
            </a:r>
            <a:endParaRPr lang="en-US"/>
          </a:p>
        </p:txBody>
      </p:sp>
    </p:spTree>
    <p:extLst>
      <p:ext uri="{BB962C8B-B14F-4D97-AF65-F5344CB8AC3E}">
        <p14:creationId xmlns:p14="http://schemas.microsoft.com/office/powerpoint/2010/main" val="1748098945"/>
      </p:ext>
    </p:extLst>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aashaa</a:t>
            </a:r>
            <a:endParaRPr lang="en-US"/>
          </a:p>
        </p:txBody>
      </p:sp>
    </p:spTree>
    <p:extLst>
      <p:ext uri="{BB962C8B-B14F-4D97-AF65-F5344CB8AC3E}">
        <p14:creationId xmlns:p14="http://schemas.microsoft.com/office/powerpoint/2010/main" val="2553322404"/>
      </p:ext>
    </p:extLst>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ooshoo</a:t>
            </a:r>
          </a:p>
        </p:txBody>
      </p:sp>
    </p:spTree>
    <p:extLst>
      <p:ext uri="{BB962C8B-B14F-4D97-AF65-F5344CB8AC3E}">
        <p14:creationId xmlns:p14="http://schemas.microsoft.com/office/powerpoint/2010/main" val="4230574527"/>
      </p:ext>
    </p:extLst>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eeshee</a:t>
            </a:r>
            <a:endParaRPr lang="en-US"/>
          </a:p>
        </p:txBody>
      </p:sp>
    </p:spTree>
    <p:extLst>
      <p:ext uri="{BB962C8B-B14F-4D97-AF65-F5344CB8AC3E}">
        <p14:creationId xmlns:p14="http://schemas.microsoft.com/office/powerpoint/2010/main" val="2632095452"/>
      </p:ext>
    </p:extLst>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aamaa</a:t>
            </a:r>
            <a:endParaRPr lang="en-US"/>
          </a:p>
        </p:txBody>
      </p:sp>
    </p:spTree>
    <p:extLst>
      <p:ext uri="{BB962C8B-B14F-4D97-AF65-F5344CB8AC3E}">
        <p14:creationId xmlns:p14="http://schemas.microsoft.com/office/powerpoint/2010/main" val="151496672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oomoo</a:t>
            </a:r>
            <a:endParaRPr lang="en-US"/>
          </a:p>
        </p:txBody>
      </p:sp>
    </p:spTree>
    <p:extLst>
      <p:ext uri="{BB962C8B-B14F-4D97-AF65-F5344CB8AC3E}">
        <p14:creationId xmlns:p14="http://schemas.microsoft.com/office/powerpoint/2010/main" val="392947413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eemee</a:t>
            </a:r>
            <a:endParaRPr lang="en-US"/>
          </a:p>
        </p:txBody>
      </p:sp>
    </p:spTree>
    <p:extLst>
      <p:ext uri="{BB962C8B-B14F-4D97-AF65-F5344CB8AC3E}">
        <p14:creationId xmlns:p14="http://schemas.microsoft.com/office/powerpoint/2010/main" val="150722222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aanaa</a:t>
            </a:r>
            <a:endParaRPr lang="en-US"/>
          </a:p>
        </p:txBody>
      </p:sp>
    </p:spTree>
    <p:extLst>
      <p:ext uri="{BB962C8B-B14F-4D97-AF65-F5344CB8AC3E}">
        <p14:creationId xmlns:p14="http://schemas.microsoft.com/office/powerpoint/2010/main" val="424030933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oonoo</a:t>
            </a:r>
          </a:p>
        </p:txBody>
      </p:sp>
    </p:spTree>
    <p:extLst>
      <p:ext uri="{BB962C8B-B14F-4D97-AF65-F5344CB8AC3E}">
        <p14:creationId xmlns:p14="http://schemas.microsoft.com/office/powerpoint/2010/main" val="226286683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eenee</a:t>
            </a:r>
            <a:endParaRPr lang="en-US"/>
          </a:p>
        </p:txBody>
      </p:sp>
    </p:spTree>
    <p:extLst>
      <p:ext uri="{BB962C8B-B14F-4D97-AF65-F5344CB8AC3E}">
        <p14:creationId xmlns:p14="http://schemas.microsoft.com/office/powerpoint/2010/main" val="112173165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aalaa</a:t>
            </a:r>
            <a:endParaRPr lang="en-US"/>
          </a:p>
        </p:txBody>
      </p:sp>
    </p:spTree>
    <p:extLst>
      <p:ext uri="{BB962C8B-B14F-4D97-AF65-F5344CB8AC3E}">
        <p14:creationId xmlns:p14="http://schemas.microsoft.com/office/powerpoint/2010/main" val="282488220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ooloo</a:t>
            </a:r>
          </a:p>
        </p:txBody>
      </p:sp>
    </p:spTree>
    <p:extLst>
      <p:ext uri="{BB962C8B-B14F-4D97-AF65-F5344CB8AC3E}">
        <p14:creationId xmlns:p14="http://schemas.microsoft.com/office/powerpoint/2010/main" val="118898671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eelee</a:t>
            </a:r>
            <a:endParaRPr lang="en-US"/>
          </a:p>
        </p:txBody>
      </p:sp>
    </p:spTree>
    <p:extLst>
      <p:ext uri="{BB962C8B-B14F-4D97-AF65-F5344CB8AC3E}">
        <p14:creationId xmlns:p14="http://schemas.microsoft.com/office/powerpoint/2010/main" val="2877574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R12: Consonants in symmetric VCV </a:t>
            </a:r>
            <a:r>
              <a:rPr lang="en-US" dirty="0" smtClean="0">
                <a:solidFill>
                  <a:prstClr val="black"/>
                </a:solidFill>
                <a:latin typeface="Calibri"/>
              </a:rPr>
              <a:t>3/3</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406252166"/>
      </p:ext>
    </p:extLst>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aafaa</a:t>
            </a:r>
            <a:endParaRPr lang="en-US"/>
          </a:p>
        </p:txBody>
      </p:sp>
    </p:spTree>
    <p:extLst>
      <p:ext uri="{BB962C8B-B14F-4D97-AF65-F5344CB8AC3E}">
        <p14:creationId xmlns:p14="http://schemas.microsoft.com/office/powerpoint/2010/main" val="239533783"/>
      </p:ext>
    </p:extLst>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oofoo</a:t>
            </a:r>
            <a:endParaRPr lang="en-US"/>
          </a:p>
        </p:txBody>
      </p:sp>
    </p:spTree>
    <p:extLst>
      <p:ext uri="{BB962C8B-B14F-4D97-AF65-F5344CB8AC3E}">
        <p14:creationId xmlns:p14="http://schemas.microsoft.com/office/powerpoint/2010/main" val="1739461043"/>
      </p:ext>
    </p:extLst>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eefee</a:t>
            </a:r>
            <a:endParaRPr lang="en-US"/>
          </a:p>
        </p:txBody>
      </p:sp>
    </p:spTree>
    <p:extLst>
      <p:ext uri="{BB962C8B-B14F-4D97-AF65-F5344CB8AC3E}">
        <p14:creationId xmlns:p14="http://schemas.microsoft.com/office/powerpoint/2010/main" val="178992563"/>
      </p:ext>
    </p:extLst>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aavaa</a:t>
            </a:r>
            <a:endParaRPr lang="en-US"/>
          </a:p>
        </p:txBody>
      </p:sp>
    </p:spTree>
    <p:extLst>
      <p:ext uri="{BB962C8B-B14F-4D97-AF65-F5344CB8AC3E}">
        <p14:creationId xmlns:p14="http://schemas.microsoft.com/office/powerpoint/2010/main" val="1904802057"/>
      </p:ext>
    </p:extLst>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oovoo</a:t>
            </a:r>
          </a:p>
        </p:txBody>
      </p:sp>
    </p:spTree>
    <p:extLst>
      <p:ext uri="{BB962C8B-B14F-4D97-AF65-F5344CB8AC3E}">
        <p14:creationId xmlns:p14="http://schemas.microsoft.com/office/powerpoint/2010/main" val="764181341"/>
      </p:ext>
    </p:extLst>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eevee</a:t>
            </a:r>
            <a:endParaRPr lang="en-US"/>
          </a:p>
        </p:txBody>
      </p:sp>
    </p:spTree>
    <p:extLst>
      <p:ext uri="{BB962C8B-B14F-4D97-AF65-F5344CB8AC3E}">
        <p14:creationId xmlns:p14="http://schemas.microsoft.com/office/powerpoint/2010/main" val="2291070802"/>
      </p:ext>
    </p:extLst>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aaraa</a:t>
            </a:r>
            <a:endParaRPr lang="en-US"/>
          </a:p>
        </p:txBody>
      </p:sp>
    </p:spTree>
    <p:extLst>
      <p:ext uri="{BB962C8B-B14F-4D97-AF65-F5344CB8AC3E}">
        <p14:creationId xmlns:p14="http://schemas.microsoft.com/office/powerpoint/2010/main" val="3836824523"/>
      </p:ext>
    </p:extLst>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ooroo</a:t>
            </a:r>
          </a:p>
        </p:txBody>
      </p:sp>
    </p:spTree>
    <p:extLst>
      <p:ext uri="{BB962C8B-B14F-4D97-AF65-F5344CB8AC3E}">
        <p14:creationId xmlns:p14="http://schemas.microsoft.com/office/powerpoint/2010/main" val="10454655"/>
      </p:ext>
    </p:extLst>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eeree</a:t>
            </a:r>
            <a:endParaRPr lang="en-US"/>
          </a:p>
        </p:txBody>
      </p:sp>
    </p:spTree>
    <p:extLst>
      <p:ext uri="{BB962C8B-B14F-4D97-AF65-F5344CB8AC3E}">
        <p14:creationId xmlns:p14="http://schemas.microsoft.com/office/powerpoint/2010/main" val="161119735"/>
      </p:ext>
    </p:extLst>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aahaa</a:t>
            </a:r>
            <a:endParaRPr lang="en-US"/>
          </a:p>
        </p:txBody>
      </p:sp>
    </p:spTree>
    <p:extLst>
      <p:ext uri="{BB962C8B-B14F-4D97-AF65-F5344CB8AC3E}">
        <p14:creationId xmlns:p14="http://schemas.microsoft.com/office/powerpoint/2010/main" val="3763126248"/>
      </p:ext>
    </p:extLst>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oohoo</a:t>
            </a:r>
            <a:endParaRPr lang="en-US"/>
          </a:p>
        </p:txBody>
      </p:sp>
    </p:spTree>
    <p:extLst>
      <p:ext uri="{BB962C8B-B14F-4D97-AF65-F5344CB8AC3E}">
        <p14:creationId xmlns:p14="http://schemas.microsoft.com/office/powerpoint/2010/main" val="4154737424"/>
      </p:ext>
    </p:extLst>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eehee</a:t>
            </a:r>
            <a:endParaRPr lang="en-US"/>
          </a:p>
        </p:txBody>
      </p:sp>
    </p:spTree>
    <p:extLst>
      <p:ext uri="{BB962C8B-B14F-4D97-AF65-F5344CB8AC3E}">
        <p14:creationId xmlns:p14="http://schemas.microsoft.com/office/powerpoint/2010/main" val="2803511736"/>
      </p:ext>
    </p:extLst>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aawaa</a:t>
            </a:r>
            <a:endParaRPr lang="en-US"/>
          </a:p>
        </p:txBody>
      </p:sp>
    </p:spTree>
    <p:extLst>
      <p:ext uri="{BB962C8B-B14F-4D97-AF65-F5344CB8AC3E}">
        <p14:creationId xmlns:p14="http://schemas.microsoft.com/office/powerpoint/2010/main" val="3549334126"/>
      </p:ext>
    </p:extLst>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oowoo</a:t>
            </a:r>
          </a:p>
        </p:txBody>
      </p:sp>
    </p:spTree>
    <p:extLst>
      <p:ext uri="{BB962C8B-B14F-4D97-AF65-F5344CB8AC3E}">
        <p14:creationId xmlns:p14="http://schemas.microsoft.com/office/powerpoint/2010/main" val="2945737654"/>
      </p:ext>
    </p:extLst>
  </p:cSld>
  <p:clrMapOvr>
    <a:masterClrMapping/>
  </p:clrMapOvr>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eewee</a:t>
            </a:r>
            <a:endParaRPr lang="en-US"/>
          </a:p>
        </p:txBody>
      </p:sp>
    </p:spTree>
    <p:extLst>
      <p:ext uri="{BB962C8B-B14F-4D97-AF65-F5344CB8AC3E}">
        <p14:creationId xmlns:p14="http://schemas.microsoft.com/office/powerpoint/2010/main" val="1552711072"/>
      </p:ext>
    </p:extLst>
  </p:cSld>
  <p:clrMapOvr>
    <a:masterClrMapping/>
  </p:clrMapOvr>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aayaa</a:t>
            </a:r>
            <a:endParaRPr lang="en-US"/>
          </a:p>
        </p:txBody>
      </p:sp>
    </p:spTree>
    <p:extLst>
      <p:ext uri="{BB962C8B-B14F-4D97-AF65-F5344CB8AC3E}">
        <p14:creationId xmlns:p14="http://schemas.microsoft.com/office/powerpoint/2010/main" val="3009505987"/>
      </p:ext>
    </p:extLst>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ooyoo</a:t>
            </a:r>
          </a:p>
        </p:txBody>
      </p:sp>
    </p:spTree>
    <p:extLst>
      <p:ext uri="{BB962C8B-B14F-4D97-AF65-F5344CB8AC3E}">
        <p14:creationId xmlns:p14="http://schemas.microsoft.com/office/powerpoint/2010/main" val="1254568001"/>
      </p:ext>
    </p:extLst>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eeyee</a:t>
            </a:r>
            <a:endParaRPr lang="en-US"/>
          </a:p>
        </p:txBody>
      </p:sp>
    </p:spTree>
    <p:extLst>
      <p:ext uri="{BB962C8B-B14F-4D97-AF65-F5344CB8AC3E}">
        <p14:creationId xmlns:p14="http://schemas.microsoft.com/office/powerpoint/2010/main" val="1634801392"/>
      </p:ext>
    </p:extLst>
  </p:cSld>
  <p:clrMapOvr>
    <a:masterClrMapping/>
  </p:clrMapOv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R13: Vowels in </a:t>
            </a:r>
            <a:r>
              <a:rPr lang="en-US" b="1" dirty="0" err="1" smtClean="0">
                <a:solidFill>
                  <a:prstClr val="black"/>
                </a:solidFill>
                <a:latin typeface="Calibri"/>
              </a:rPr>
              <a:t>bVt</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947957176"/>
      </p:ext>
    </p:extLst>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beat</a:t>
            </a:r>
            <a:endParaRPr lang="en-US" dirty="0"/>
          </a:p>
        </p:txBody>
      </p:sp>
    </p:spTree>
    <p:extLst>
      <p:ext uri="{BB962C8B-B14F-4D97-AF65-F5344CB8AC3E}">
        <p14:creationId xmlns:p14="http://schemas.microsoft.com/office/powerpoint/2010/main" val="2283142244"/>
      </p:ext>
    </p:extLst>
  </p:cSld>
  <p:clrMapOvr>
    <a:masterClrMapping/>
  </p:clrMapOvr>
  <p:transition spd="slow"/>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bit</a:t>
            </a:r>
            <a:endParaRPr lang="en-US" dirty="0"/>
          </a:p>
        </p:txBody>
      </p:sp>
    </p:spTree>
    <p:extLst>
      <p:ext uri="{BB962C8B-B14F-4D97-AF65-F5344CB8AC3E}">
        <p14:creationId xmlns:p14="http://schemas.microsoft.com/office/powerpoint/2010/main" val="2762419492"/>
      </p:ext>
    </p:extLst>
  </p:cSld>
  <p:clrMapOvr>
    <a:masterClrMapping/>
  </p:clrMapOvr>
  <p:transition spd="slow"/>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bait</a:t>
            </a:r>
            <a:endParaRPr lang="en-US" dirty="0"/>
          </a:p>
        </p:txBody>
      </p:sp>
    </p:spTree>
    <p:extLst>
      <p:ext uri="{BB962C8B-B14F-4D97-AF65-F5344CB8AC3E}">
        <p14:creationId xmlns:p14="http://schemas.microsoft.com/office/powerpoint/2010/main" val="4110865739"/>
      </p:ext>
    </p:extLst>
  </p:cSld>
  <p:clrMapOvr>
    <a:masterClrMapping/>
  </p:clrMapOvr>
  <p:transition spd="slow"/>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bet</a:t>
            </a:r>
            <a:endParaRPr lang="en-US" dirty="0"/>
          </a:p>
        </p:txBody>
      </p:sp>
    </p:spTree>
    <p:extLst>
      <p:ext uri="{BB962C8B-B14F-4D97-AF65-F5344CB8AC3E}">
        <p14:creationId xmlns:p14="http://schemas.microsoft.com/office/powerpoint/2010/main" val="3080696015"/>
      </p:ext>
    </p:extLst>
  </p:cSld>
  <p:clrMapOvr>
    <a:masterClrMapping/>
  </p:clrMapOvr>
  <p:transition spd="slow"/>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bat</a:t>
            </a:r>
          </a:p>
        </p:txBody>
      </p:sp>
    </p:spTree>
    <p:extLst>
      <p:ext uri="{BB962C8B-B14F-4D97-AF65-F5344CB8AC3E}">
        <p14:creationId xmlns:p14="http://schemas.microsoft.com/office/powerpoint/2010/main" val="1431206050"/>
      </p:ext>
    </p:extLst>
  </p:cSld>
  <p:clrMapOvr>
    <a:masterClrMapping/>
  </p:clrMapOvr>
  <p:transition spd="slow"/>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pot</a:t>
            </a:r>
            <a:endParaRPr lang="en-US" dirty="0"/>
          </a:p>
        </p:txBody>
      </p:sp>
    </p:spTree>
    <p:extLst>
      <p:ext uri="{BB962C8B-B14F-4D97-AF65-F5344CB8AC3E}">
        <p14:creationId xmlns:p14="http://schemas.microsoft.com/office/powerpoint/2010/main" val="503722316"/>
      </p:ext>
    </p:extLst>
  </p:cSld>
  <p:clrMapOvr>
    <a:masterClrMapping/>
  </p:clrMapOvr>
  <p:transition spd="slow"/>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but</a:t>
            </a:r>
            <a:endParaRPr lang="en-US" dirty="0"/>
          </a:p>
        </p:txBody>
      </p:sp>
    </p:spTree>
    <p:extLst>
      <p:ext uri="{BB962C8B-B14F-4D97-AF65-F5344CB8AC3E}">
        <p14:creationId xmlns:p14="http://schemas.microsoft.com/office/powerpoint/2010/main" val="189340678"/>
      </p:ext>
    </p:extLst>
  </p:cSld>
  <p:clrMapOvr>
    <a:masterClrMapping/>
  </p:clrMapOvr>
  <p:transition spd="slow"/>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bought</a:t>
            </a:r>
          </a:p>
        </p:txBody>
      </p:sp>
    </p:spTree>
    <p:extLst>
      <p:ext uri="{BB962C8B-B14F-4D97-AF65-F5344CB8AC3E}">
        <p14:creationId xmlns:p14="http://schemas.microsoft.com/office/powerpoint/2010/main" val="132668037"/>
      </p:ext>
    </p:extLst>
  </p:cSld>
  <p:clrMapOvr>
    <a:masterClrMapping/>
  </p:clrMapOvr>
  <p:transition spd="slow"/>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boat</a:t>
            </a:r>
            <a:endParaRPr lang="en-US" dirty="0"/>
          </a:p>
        </p:txBody>
      </p:sp>
    </p:spTree>
    <p:extLst>
      <p:ext uri="{BB962C8B-B14F-4D97-AF65-F5344CB8AC3E}">
        <p14:creationId xmlns:p14="http://schemas.microsoft.com/office/powerpoint/2010/main" val="863567554"/>
      </p:ext>
    </p:extLst>
  </p:cSld>
  <p:clrMapOvr>
    <a:masterClrMapping/>
  </p:clrMapOvr>
  <p:transition spd="slow"/>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boot</a:t>
            </a:r>
            <a:endParaRPr lang="en-US" dirty="0"/>
          </a:p>
        </p:txBody>
      </p:sp>
    </p:spTree>
    <p:extLst>
      <p:ext uri="{BB962C8B-B14F-4D97-AF65-F5344CB8AC3E}">
        <p14:creationId xmlns:p14="http://schemas.microsoft.com/office/powerpoint/2010/main" val="2484298970"/>
      </p:ext>
    </p:extLst>
  </p:cSld>
  <p:clrMapOvr>
    <a:masterClrMapping/>
  </p:clrMapOvr>
  <p:transition spd="slow"/>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put</a:t>
            </a:r>
          </a:p>
        </p:txBody>
      </p:sp>
    </p:spTree>
    <p:extLst>
      <p:ext uri="{BB962C8B-B14F-4D97-AF65-F5344CB8AC3E}">
        <p14:creationId xmlns:p14="http://schemas.microsoft.com/office/powerpoint/2010/main" val="11009735"/>
      </p:ext>
    </p:extLst>
  </p:cSld>
  <p:clrMapOvr>
    <a:masterClrMapping/>
  </p:clrMapOvr>
  <p:transition spd="slow"/>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bite</a:t>
            </a:r>
            <a:endParaRPr lang="en-US" dirty="0"/>
          </a:p>
        </p:txBody>
      </p:sp>
    </p:spTree>
    <p:extLst>
      <p:ext uri="{BB962C8B-B14F-4D97-AF65-F5344CB8AC3E}">
        <p14:creationId xmlns:p14="http://schemas.microsoft.com/office/powerpoint/2010/main" val="2278456595"/>
      </p:ext>
    </p:extLst>
  </p:cSld>
  <p:clrMapOvr>
    <a:masterClrMapping/>
  </p:clrMapOvr>
  <p:transition spd="slow"/>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butte</a:t>
            </a:r>
            <a:endParaRPr lang="en-US" dirty="0"/>
          </a:p>
        </p:txBody>
      </p:sp>
    </p:spTree>
    <p:extLst>
      <p:ext uri="{BB962C8B-B14F-4D97-AF65-F5344CB8AC3E}">
        <p14:creationId xmlns:p14="http://schemas.microsoft.com/office/powerpoint/2010/main" val="3586656690"/>
      </p:ext>
    </p:extLst>
  </p:cSld>
  <p:clrMapOvr>
    <a:masterClrMapping/>
  </p:clrMapOvr>
  <p:transition spd="slow"/>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bird</a:t>
            </a:r>
            <a:endParaRPr lang="en-US" dirty="0"/>
          </a:p>
        </p:txBody>
      </p:sp>
    </p:spTree>
    <p:extLst>
      <p:ext uri="{BB962C8B-B14F-4D97-AF65-F5344CB8AC3E}">
        <p14:creationId xmlns:p14="http://schemas.microsoft.com/office/powerpoint/2010/main" val="206402396"/>
      </p:ext>
    </p:extLst>
  </p:cSld>
  <p:clrMapOvr>
    <a:masterClrMapping/>
  </p:clrMapOvr>
  <p:transition spd="slow"/>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Boyd</a:t>
            </a:r>
          </a:p>
        </p:txBody>
      </p:sp>
    </p:spTree>
    <p:extLst>
      <p:ext uri="{BB962C8B-B14F-4D97-AF65-F5344CB8AC3E}">
        <p14:creationId xmlns:p14="http://schemas.microsoft.com/office/powerpoint/2010/main" val="2175959059"/>
      </p:ext>
    </p:extLst>
  </p:cSld>
  <p:clrMapOvr>
    <a:masterClrMapping/>
  </p:clrMapOvr>
  <p:transition spd="slow"/>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abbot</a:t>
            </a:r>
          </a:p>
        </p:txBody>
      </p:sp>
    </p:spTree>
    <p:extLst>
      <p:ext uri="{BB962C8B-B14F-4D97-AF65-F5344CB8AC3E}">
        <p14:creationId xmlns:p14="http://schemas.microsoft.com/office/powerpoint/2010/main" val="3878320076"/>
      </p:ext>
    </p:extLst>
  </p:cSld>
  <p:clrMapOvr>
    <a:masterClrMapping/>
  </p:clrMapOvr>
  <p:transition spd="slow"/>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R14: Sentences </a:t>
            </a:r>
            <a:r>
              <a:rPr lang="en-US" dirty="0" smtClean="0">
                <a:solidFill>
                  <a:prstClr val="black"/>
                </a:solidFill>
              </a:rPr>
              <a:t>1/1</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48451214"/>
      </p:ext>
    </p:extLst>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925412"/>
            <a:ext cx="8151223" cy="4200751"/>
          </a:xfrm>
        </p:spPr>
        <p:txBody>
          <a:bodyPr>
            <a:normAutofit/>
          </a:bodyPr>
          <a:lstStyle/>
          <a:p>
            <a:pPr algn="l"/>
            <a:r>
              <a:rPr lang="en-US" sz="4400" smtClean="0"/>
              <a:t>She had your dark suit in greasy wash water all year.</a:t>
            </a:r>
            <a:endParaRPr lang="en-US" sz="4400"/>
          </a:p>
        </p:txBody>
      </p:sp>
    </p:spTree>
    <p:extLst>
      <p:ext uri="{BB962C8B-B14F-4D97-AF65-F5344CB8AC3E}">
        <p14:creationId xmlns:p14="http://schemas.microsoft.com/office/powerpoint/2010/main" val="1416622483"/>
      </p:ext>
    </p:extLst>
  </p:cSld>
  <p:clrMapOvr>
    <a:masterClrMapping/>
  </p:clrMapOvr>
  <p:transition spd="slow"/>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011" y="1925412"/>
            <a:ext cx="8203475" cy="4200751"/>
          </a:xfrm>
        </p:spPr>
        <p:txBody>
          <a:bodyPr>
            <a:normAutofit/>
          </a:bodyPr>
          <a:lstStyle/>
          <a:p>
            <a:pPr algn="l"/>
            <a:r>
              <a:rPr lang="en-US" sz="4400" smtClean="0"/>
              <a:t>Don’t ask me to carry an oily rag like that.</a:t>
            </a:r>
            <a:endParaRPr lang="en-US" sz="4400"/>
          </a:p>
        </p:txBody>
      </p:sp>
    </p:spTree>
    <p:extLst>
      <p:ext uri="{BB962C8B-B14F-4D97-AF65-F5344CB8AC3E}">
        <p14:creationId xmlns:p14="http://schemas.microsoft.com/office/powerpoint/2010/main" val="22877492"/>
      </p:ext>
    </p:extLst>
  </p:cSld>
  <p:clrMapOvr>
    <a:masterClrMapping/>
  </p:clrMapOvr>
  <p:transition spd="slow"/>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2" y="1925412"/>
            <a:ext cx="7889967" cy="4200751"/>
          </a:xfrm>
        </p:spPr>
        <p:txBody>
          <a:bodyPr>
            <a:normAutofit/>
          </a:bodyPr>
          <a:lstStyle/>
          <a:p>
            <a:pPr algn="l"/>
            <a:r>
              <a:rPr lang="en-US" sz="4400" smtClean="0"/>
              <a:t>The girl was thirsty and drank some juice, followed by a coke.</a:t>
            </a:r>
            <a:endParaRPr lang="en-US" sz="4400"/>
          </a:p>
        </p:txBody>
      </p:sp>
    </p:spTree>
    <p:extLst>
      <p:ext uri="{BB962C8B-B14F-4D97-AF65-F5344CB8AC3E}">
        <p14:creationId xmlns:p14="http://schemas.microsoft.com/office/powerpoint/2010/main" val="102435231"/>
      </p:ext>
    </p:extLst>
  </p:cSld>
  <p:clrMapOvr>
    <a:masterClrMapping/>
  </p:clrMapOvr>
  <p:transition spd="slow"/>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1925412"/>
            <a:ext cx="8752114" cy="4200751"/>
          </a:xfrm>
        </p:spPr>
        <p:txBody>
          <a:bodyPr>
            <a:noAutofit/>
          </a:bodyPr>
          <a:lstStyle/>
          <a:p>
            <a:pPr algn="l"/>
            <a:r>
              <a:rPr lang="en-US" sz="4400" smtClean="0"/>
              <a:t>Your good pants look great! However, your ripped pants look like a cheap version of a K-mart special. Is that an oil stain on them?</a:t>
            </a:r>
          </a:p>
          <a:p>
            <a:pPr algn="l"/>
            <a:endParaRPr lang="en-US" sz="4400" smtClean="0"/>
          </a:p>
          <a:p>
            <a:pPr algn="l"/>
            <a:r>
              <a:rPr lang="en-US" sz="4400" smtClean="0"/>
              <a:t>  </a:t>
            </a:r>
            <a:endParaRPr lang="en-US" sz="4400"/>
          </a:p>
        </p:txBody>
      </p:sp>
    </p:spTree>
    <p:extLst>
      <p:ext uri="{BB962C8B-B14F-4D97-AF65-F5344CB8AC3E}">
        <p14:creationId xmlns:p14="http://schemas.microsoft.com/office/powerpoint/2010/main" val="1494526170"/>
      </p:ext>
    </p:extLst>
  </p:cSld>
  <p:clrMapOvr>
    <a:masterClrMapping/>
  </p:clrMapOvr>
  <p:transition spd="slow"/>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R15: Rainbow</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532603878"/>
      </p:ext>
    </p:extLst>
  </p:cSld>
  <p:clrMapOvr>
    <a:masterClrMapping/>
  </p:clrMapOvr>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Shape 135"/>
          <p:cNvSpPr>
            <a:spLocks noGrp="1"/>
          </p:cNvSpPr>
          <p:nvPr>
            <p:ph type="title"/>
          </p:nvPr>
        </p:nvSpPr>
        <p:spPr>
          <a:xfrm>
            <a:off x="892969" y="1852352"/>
            <a:ext cx="7358063" cy="3380444"/>
          </a:xfrm>
          <a:prstGeom prst="rect">
            <a:avLst/>
          </a:prstGeom>
        </p:spPr>
        <p:txBody>
          <a:bodyPr/>
          <a:lstStyle>
            <a:lvl1pPr algn="l">
              <a:spcBef>
                <a:spcPts val="4200"/>
              </a:spcBef>
              <a:defRPr sz="4400"/>
            </a:lvl1pPr>
          </a:lstStyle>
          <a:p>
            <a:pPr lvl="0">
              <a:defRPr sz="1800"/>
            </a:pPr>
            <a:r>
              <a:rPr sz="3100" dirty="0"/>
              <a:t>When the sunlight strikes raindrops in the air, they act as a prism and form a rainbow. The rainbow is a division of white light into many beautiful colors.</a:t>
            </a:r>
          </a:p>
        </p:txBody>
      </p:sp>
    </p:spTree>
    <p:extLst>
      <p:ext uri="{BB962C8B-B14F-4D97-AF65-F5344CB8AC3E}">
        <p14:creationId xmlns:p14="http://schemas.microsoft.com/office/powerpoint/2010/main" val="1554515428"/>
      </p:ext>
    </p:extLst>
  </p:cSld>
  <p:clrMapOvr>
    <a:masterClrMapping/>
  </p:clrMapOvr>
  <p:transition spd="med"/>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 137"/>
          <p:cNvSpPr>
            <a:spLocks noGrp="1"/>
          </p:cNvSpPr>
          <p:nvPr>
            <p:ph type="title"/>
          </p:nvPr>
        </p:nvSpPr>
        <p:spPr>
          <a:xfrm>
            <a:off x="892969" y="1765863"/>
            <a:ext cx="7358063" cy="3326275"/>
          </a:xfrm>
          <a:prstGeom prst="rect">
            <a:avLst/>
          </a:prstGeom>
        </p:spPr>
        <p:txBody>
          <a:bodyPr/>
          <a:lstStyle>
            <a:lvl1pPr algn="l">
              <a:spcBef>
                <a:spcPts val="4200"/>
              </a:spcBef>
              <a:defRPr sz="4400"/>
            </a:lvl1pPr>
          </a:lstStyle>
          <a:p>
            <a:pPr lvl="0">
              <a:defRPr sz="1800"/>
            </a:pPr>
            <a:r>
              <a:rPr sz="3100" dirty="0"/>
              <a:t>These take the shape of a long round arch, with its path high above, and its two ends apparently beyond the horizon. There is, according to legend, a boiling pot of gold at one end. </a:t>
            </a:r>
          </a:p>
        </p:txBody>
      </p:sp>
    </p:spTree>
    <p:extLst>
      <p:ext uri="{BB962C8B-B14F-4D97-AF65-F5344CB8AC3E}">
        <p14:creationId xmlns:p14="http://schemas.microsoft.com/office/powerpoint/2010/main" val="454748994"/>
      </p:ext>
    </p:extLst>
  </p:cSld>
  <p:clrMapOvr>
    <a:masterClrMapping/>
  </p:clrMapOvr>
  <p:transition spd="med"/>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a:spLocks noGrp="1"/>
          </p:cNvSpPr>
          <p:nvPr>
            <p:ph type="title"/>
          </p:nvPr>
        </p:nvSpPr>
        <p:spPr>
          <a:xfrm>
            <a:off x="892969" y="1866339"/>
            <a:ext cx="7358063" cy="3125322"/>
          </a:xfrm>
          <a:prstGeom prst="rect">
            <a:avLst/>
          </a:prstGeom>
        </p:spPr>
        <p:txBody>
          <a:bodyPr/>
          <a:lstStyle>
            <a:lvl1pPr algn="l">
              <a:spcBef>
                <a:spcPts val="4200"/>
              </a:spcBef>
              <a:defRPr sz="4400"/>
            </a:lvl1pPr>
          </a:lstStyle>
          <a:p>
            <a:pPr lvl="0">
              <a:defRPr sz="1800"/>
            </a:pPr>
            <a:r>
              <a:rPr sz="3100"/>
              <a:t>People look, but no one ever finds it. When a man looks for something beyond his reach, his friends say he is looking for the pot of gold at the end of the rainbow.</a:t>
            </a:r>
          </a:p>
        </p:txBody>
      </p:sp>
    </p:spTree>
    <p:extLst>
      <p:ext uri="{BB962C8B-B14F-4D97-AF65-F5344CB8AC3E}">
        <p14:creationId xmlns:p14="http://schemas.microsoft.com/office/powerpoint/2010/main" val="72042485"/>
      </p:ext>
    </p:extLst>
  </p:cSld>
  <p:clrMapOvr>
    <a:masterClrMapping/>
  </p:clrMapOvr>
  <p:transition spd="med"/>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R16: Grandfather </a:t>
            </a:r>
            <a:r>
              <a:rPr lang="en-US" dirty="0" smtClean="0">
                <a:solidFill>
                  <a:prstClr val="black"/>
                </a:solidFill>
              </a:rPr>
              <a:t>1/2</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784752134"/>
      </p:ext>
    </p:extLst>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144"/>
          <p:cNvSpPr>
            <a:spLocks noGrp="1"/>
          </p:cNvSpPr>
          <p:nvPr>
            <p:ph type="title"/>
          </p:nvPr>
        </p:nvSpPr>
        <p:spPr>
          <a:xfrm>
            <a:off x="892969" y="1919190"/>
            <a:ext cx="7358063" cy="3694794"/>
          </a:xfrm>
          <a:prstGeom prst="rect">
            <a:avLst/>
          </a:prstGeom>
        </p:spPr>
        <p:txBody>
          <a:bodyPr/>
          <a:lstStyle>
            <a:lvl1pPr algn="l">
              <a:spcBef>
                <a:spcPts val="4200"/>
              </a:spcBef>
              <a:defRPr sz="4400"/>
            </a:lvl1pPr>
          </a:lstStyle>
          <a:p>
            <a:pPr lvl="0">
              <a:defRPr sz="1800"/>
            </a:pPr>
            <a:r>
              <a:rPr sz="3100" dirty="0"/>
              <a:t>You wish to know all about my grandfather. Well, he is nearly 93 years old, yet he still thinks as swiftly as ever. He dresses himself in an old black frock coat, usually several buttons missing.</a:t>
            </a:r>
          </a:p>
        </p:txBody>
      </p:sp>
    </p:spTree>
    <p:extLst>
      <p:ext uri="{BB962C8B-B14F-4D97-AF65-F5344CB8AC3E}">
        <p14:creationId xmlns:p14="http://schemas.microsoft.com/office/powerpoint/2010/main" val="277534842"/>
      </p:ext>
    </p:extLst>
  </p:cSld>
  <p:clrMapOvr>
    <a:masterClrMapping/>
  </p:clrMapOvr>
  <p:transition spd="med"/>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hape 146"/>
          <p:cNvSpPr>
            <a:spLocks noGrp="1"/>
          </p:cNvSpPr>
          <p:nvPr>
            <p:ph type="title"/>
          </p:nvPr>
        </p:nvSpPr>
        <p:spPr>
          <a:xfrm>
            <a:off x="892969" y="1919290"/>
            <a:ext cx="7358063" cy="3019421"/>
          </a:xfrm>
          <a:prstGeom prst="rect">
            <a:avLst/>
          </a:prstGeom>
        </p:spPr>
        <p:txBody>
          <a:bodyPr/>
          <a:lstStyle>
            <a:lvl1pPr algn="l">
              <a:spcBef>
                <a:spcPts val="4200"/>
              </a:spcBef>
              <a:defRPr sz="4400"/>
            </a:lvl1pPr>
          </a:lstStyle>
          <a:p>
            <a:pPr lvl="0">
              <a:defRPr sz="1800"/>
            </a:pPr>
            <a:r>
              <a:rPr sz="3100"/>
              <a:t>A long beard clings to his chin, giving those who observe him a pronounced feeling of the utmost respect. When he speaks, his voice is just a bit cracked and quivers a bit.</a:t>
            </a:r>
          </a:p>
        </p:txBody>
      </p:sp>
    </p:spTree>
    <p:extLst>
      <p:ext uri="{BB962C8B-B14F-4D97-AF65-F5344CB8AC3E}">
        <p14:creationId xmlns:p14="http://schemas.microsoft.com/office/powerpoint/2010/main" val="193608210"/>
      </p:ext>
    </p:extLst>
  </p:cSld>
  <p:clrMapOvr>
    <a:masterClrMapping/>
  </p:clrMapOvr>
  <p:transition spd="med"/>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R16: Grandfather </a:t>
            </a:r>
            <a:r>
              <a:rPr lang="en-US" dirty="0" smtClean="0">
                <a:solidFill>
                  <a:prstClr val="black"/>
                </a:solidFill>
              </a:rPr>
              <a:t>2/2</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535460265"/>
      </p:ext>
    </p:extLst>
  </p:cSld>
  <p:clrMapOvr>
    <a:masterClrMapping/>
  </p:clrMapOvr>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xfrm>
            <a:off x="892969" y="1830900"/>
            <a:ext cx="7358063" cy="3196201"/>
          </a:xfrm>
          <a:prstGeom prst="rect">
            <a:avLst/>
          </a:prstGeom>
        </p:spPr>
        <p:txBody>
          <a:bodyPr/>
          <a:lstStyle>
            <a:lvl1pPr algn="l">
              <a:spcBef>
                <a:spcPts val="4200"/>
              </a:spcBef>
              <a:defRPr sz="4400"/>
            </a:lvl1pPr>
          </a:lstStyle>
          <a:p>
            <a:pPr lvl="0">
              <a:defRPr sz="1800"/>
            </a:pPr>
            <a:r>
              <a:rPr sz="3100"/>
              <a:t>Twice each day he plays skillfully and with zest upon a small organ.  Except in the winter when the snow or ice prevents, he slowly takes a short walk in the open air each day.</a:t>
            </a:r>
          </a:p>
        </p:txBody>
      </p:sp>
    </p:spTree>
    <p:extLst>
      <p:ext uri="{BB962C8B-B14F-4D97-AF65-F5344CB8AC3E}">
        <p14:creationId xmlns:p14="http://schemas.microsoft.com/office/powerpoint/2010/main" val="1524192925"/>
      </p:ext>
    </p:extLst>
  </p:cSld>
  <p:clrMapOvr>
    <a:masterClrMapping/>
  </p:clrMapOvr>
  <p:transition spd="med"/>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p:cNvSpPr>
          <p:nvPr>
            <p:ph type="title"/>
          </p:nvPr>
        </p:nvSpPr>
        <p:spPr>
          <a:xfrm>
            <a:off x="892969" y="1995575"/>
            <a:ext cx="7358063" cy="2594285"/>
          </a:xfrm>
          <a:prstGeom prst="rect">
            <a:avLst/>
          </a:prstGeom>
        </p:spPr>
        <p:txBody>
          <a:bodyPr/>
          <a:lstStyle>
            <a:lvl1pPr algn="l">
              <a:spcBef>
                <a:spcPts val="4200"/>
              </a:spcBef>
              <a:defRPr sz="4400"/>
            </a:lvl1pPr>
          </a:lstStyle>
          <a:p>
            <a:pPr lvl="0">
              <a:defRPr sz="1800"/>
            </a:pPr>
            <a:r>
              <a:rPr sz="3100" dirty="0"/>
              <a:t>We have often urged him to walk more and smoke less, but he always answers, 'Banana oil!' Grandfather likes to be modern in his language.</a:t>
            </a:r>
          </a:p>
        </p:txBody>
      </p:sp>
    </p:spTree>
    <p:extLst>
      <p:ext uri="{BB962C8B-B14F-4D97-AF65-F5344CB8AC3E}">
        <p14:creationId xmlns:p14="http://schemas.microsoft.com/office/powerpoint/2010/main" val="1925549059"/>
      </p:ext>
    </p:extLst>
  </p:cSld>
  <p:clrMapOvr>
    <a:masterClrMapping/>
  </p:clrMapOvr>
  <p:transition spd="med"/>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R17: North wind and the sun </a:t>
            </a:r>
            <a:r>
              <a:rPr lang="en-US" dirty="0" smtClean="0">
                <a:solidFill>
                  <a:prstClr val="black"/>
                </a:solidFill>
              </a:rPr>
              <a:t>1/2</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24474323"/>
      </p:ext>
    </p:extLst>
  </p:cSld>
  <p:clrMapOvr>
    <a:masterClrMapping/>
  </p:clrMapOvr>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925412"/>
            <a:ext cx="8216537" cy="4200751"/>
          </a:xfrm>
        </p:spPr>
        <p:txBody>
          <a:bodyPr>
            <a:normAutofit/>
          </a:bodyPr>
          <a:lstStyle/>
          <a:p>
            <a:pPr algn="l"/>
            <a:r>
              <a:rPr lang="en-US" sz="3200" dirty="0" smtClean="0"/>
              <a:t>The North Wind and the Sun were disputing which was the stronger, when a traveller came along wrapped in a warm cloak.</a:t>
            </a:r>
          </a:p>
          <a:p>
            <a:pPr algn="l"/>
            <a:endParaRPr lang="en-US" sz="4400" dirty="0" smtClean="0"/>
          </a:p>
          <a:p>
            <a:pPr algn="l"/>
            <a:endParaRPr lang="en-US" sz="4400" dirty="0"/>
          </a:p>
        </p:txBody>
      </p:sp>
    </p:spTree>
    <p:extLst>
      <p:ext uri="{BB962C8B-B14F-4D97-AF65-F5344CB8AC3E}">
        <p14:creationId xmlns:p14="http://schemas.microsoft.com/office/powerpoint/2010/main" val="390874483"/>
      </p:ext>
    </p:extLst>
  </p:cSld>
  <p:clrMapOvr>
    <a:masterClrMapping/>
  </p:clrMapOvr>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131" y="1925412"/>
            <a:ext cx="8621486" cy="4200751"/>
          </a:xfrm>
        </p:spPr>
        <p:txBody>
          <a:bodyPr>
            <a:normAutofit/>
          </a:bodyPr>
          <a:lstStyle/>
          <a:p>
            <a:pPr algn="l"/>
            <a:r>
              <a:rPr lang="en-US" sz="3200" dirty="0" smtClean="0"/>
              <a:t>They agreed that the one who ﬁrst succeeded in making the traveller take his </a:t>
            </a:r>
            <a:r>
              <a:rPr lang="en-US" sz="3200" dirty="0"/>
              <a:t>cloak off should be considered stronger than the other.</a:t>
            </a:r>
          </a:p>
          <a:p>
            <a:pPr algn="l"/>
            <a:endParaRPr lang="en-US" sz="3200" dirty="0" smtClean="0"/>
          </a:p>
          <a:p>
            <a:pPr algn="l"/>
            <a:endParaRPr lang="en-US" sz="4400" dirty="0"/>
          </a:p>
        </p:txBody>
      </p:sp>
    </p:spTree>
    <p:extLst>
      <p:ext uri="{BB962C8B-B14F-4D97-AF65-F5344CB8AC3E}">
        <p14:creationId xmlns:p14="http://schemas.microsoft.com/office/powerpoint/2010/main" val="274959608"/>
      </p:ext>
    </p:extLst>
  </p:cSld>
  <p:clrMapOvr>
    <a:masterClrMapping/>
  </p:clrMapOvr>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R17: </a:t>
            </a:r>
            <a:r>
              <a:rPr lang="en-US" b="1" dirty="0">
                <a:solidFill>
                  <a:prstClr val="black"/>
                </a:solidFill>
              </a:rPr>
              <a:t>North wind and the sun </a:t>
            </a:r>
            <a:r>
              <a:rPr lang="en-US" dirty="0" smtClean="0">
                <a:solidFill>
                  <a:prstClr val="black"/>
                </a:solidFill>
              </a:rPr>
              <a:t>2/2</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008806959"/>
      </p:ext>
    </p:extLst>
  </p:cSld>
  <p:clrMapOvr>
    <a:masterClrMapping/>
  </p:clrMapOvr>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571" y="1925412"/>
            <a:ext cx="8412480" cy="4200751"/>
          </a:xfrm>
        </p:spPr>
        <p:txBody>
          <a:bodyPr>
            <a:normAutofit/>
          </a:bodyPr>
          <a:lstStyle/>
          <a:p>
            <a:pPr algn="l"/>
            <a:r>
              <a:rPr lang="en-US" sz="3200" dirty="0" smtClean="0"/>
              <a:t>Then the North Wind blew as hard as he could, but the more he blew the more closely did the traveller fold his cloak around him</a:t>
            </a:r>
            <a:r>
              <a:rPr lang="en-US" sz="3200" dirty="0"/>
              <a:t>; and at last the North Wind gave up the attempt. </a:t>
            </a:r>
          </a:p>
          <a:p>
            <a:pPr algn="l"/>
            <a:endParaRPr lang="en-US" sz="3200" dirty="0" smtClean="0"/>
          </a:p>
          <a:p>
            <a:pPr algn="l"/>
            <a:endParaRPr lang="en-US" sz="4400" dirty="0" smtClean="0"/>
          </a:p>
          <a:p>
            <a:pPr algn="l"/>
            <a:endParaRPr lang="en-US" sz="4400" dirty="0"/>
          </a:p>
        </p:txBody>
      </p:sp>
    </p:spTree>
    <p:extLst>
      <p:ext uri="{BB962C8B-B14F-4D97-AF65-F5344CB8AC3E}">
        <p14:creationId xmlns:p14="http://schemas.microsoft.com/office/powerpoint/2010/main" val="1428145426"/>
      </p:ext>
    </p:extLst>
  </p:cSld>
  <p:clrMapOvr>
    <a:masterClrMapping/>
  </p:clrMapOvr>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1925412"/>
            <a:ext cx="8438606" cy="4200751"/>
          </a:xfrm>
        </p:spPr>
        <p:txBody>
          <a:bodyPr>
            <a:normAutofit/>
          </a:bodyPr>
          <a:lstStyle/>
          <a:p>
            <a:pPr algn="l"/>
            <a:r>
              <a:rPr lang="en-US" sz="3200" dirty="0" smtClean="0"/>
              <a:t>Then the Sun shone out warmly, and immediately the traveller took off his cloak</a:t>
            </a:r>
            <a:r>
              <a:rPr lang="en-US" sz="3200" dirty="0"/>
              <a:t>. And so the North Wind was obliged to confess that the Sun was the stronger of the two.</a:t>
            </a:r>
          </a:p>
          <a:p>
            <a:pPr algn="l"/>
            <a:endParaRPr lang="en-US" sz="3200" dirty="0" smtClean="0"/>
          </a:p>
          <a:p>
            <a:pPr algn="l"/>
            <a:endParaRPr lang="en-US" sz="4400" dirty="0" smtClean="0"/>
          </a:p>
        </p:txBody>
      </p:sp>
    </p:spTree>
    <p:extLst>
      <p:ext uri="{BB962C8B-B14F-4D97-AF65-F5344CB8AC3E}">
        <p14:creationId xmlns:p14="http://schemas.microsoft.com/office/powerpoint/2010/main" val="415452263"/>
      </p:ext>
    </p:extLst>
  </p:cSld>
  <p:clrMapOvr>
    <a:masterClrMapping/>
  </p:clrMapOvr>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9" y="6332810"/>
            <a:ext cx="3061252" cy="369332"/>
          </a:xfrm>
          <a:prstGeom prst="rect">
            <a:avLst/>
          </a:prstGeom>
          <a:noFill/>
        </p:spPr>
        <p:txBody>
          <a:bodyPr wrap="square" rtlCol="0">
            <a:spAutoFit/>
          </a:bodyPr>
          <a:lstStyle/>
          <a:p>
            <a:r>
              <a:rPr lang="en-US" b="1" dirty="0" smtClean="0">
                <a:solidFill>
                  <a:prstClr val="black"/>
                </a:solidFill>
              </a:rPr>
              <a:t>R9: Gestures</a:t>
            </a:r>
            <a:endParaRPr lang="en-US" dirty="0">
              <a:solidFill>
                <a:prstClr val="black"/>
              </a:solidFill>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036847844"/>
      </p:ext>
    </p:extLst>
  </p:cSld>
  <p:clrMapOvr>
    <a:masterClrMapping/>
  </p:clrMapOvr>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8" name="Text Box 2"/>
          <p:cNvSpPr txBox="1">
            <a:spLocks noChangeArrowheads="1"/>
          </p:cNvSpPr>
          <p:nvPr/>
        </p:nvSpPr>
        <p:spPr bwMode="auto">
          <a:xfrm>
            <a:off x="0" y="4548796"/>
            <a:ext cx="9144000" cy="762000"/>
          </a:xfrm>
          <a:prstGeom prst="rect">
            <a:avLst/>
          </a:prstGeom>
          <a:solidFill>
            <a:schemeClr val="bg1"/>
          </a:solidFill>
          <a:ln w="9525" algn="ctr">
            <a:noFill/>
            <a:miter lim="800000"/>
            <a:headEnd/>
            <a:tailEnd/>
          </a:ln>
        </p:spPr>
        <p:txBody>
          <a:bodyPr lIns="0" tIns="0" rIns="0" bIns="0" anchor="ctr" anchorCtr="1"/>
          <a:lstStyle/>
          <a:p>
            <a:r>
              <a:rPr lang="en-US" sz="3600" b="1" dirty="0" smtClean="0">
                <a:solidFill>
                  <a:srgbClr val="FF0000"/>
                </a:solidFill>
              </a:rPr>
              <a:t>clench</a:t>
            </a:r>
            <a:endParaRPr lang="en-US" sz="3600" b="1" dirty="0">
              <a:solidFill>
                <a:srgbClr val="FF0000"/>
              </a:solidFill>
            </a:endParaRPr>
          </a:p>
        </p:txBody>
      </p:sp>
      <p:pic>
        <p:nvPicPr>
          <p:cNvPr id="285699" name="Picture 2" descr="C:\data\rmri\TIMIT\m1\capture\jpg\lac10242010_03_49_36_lab1_f1.jpg"/>
          <p:cNvPicPr>
            <a:picLocks noChangeAspect="1" noChangeArrowheads="1"/>
          </p:cNvPicPr>
          <p:nvPr/>
        </p:nvPicPr>
        <p:blipFill>
          <a:blip r:embed="rId2" cstate="print"/>
          <a:srcRect/>
          <a:stretch>
            <a:fillRect/>
          </a:stretch>
        </p:blipFill>
        <p:spPr bwMode="auto">
          <a:xfrm>
            <a:off x="2938463" y="1272196"/>
            <a:ext cx="3267075" cy="3267075"/>
          </a:xfrm>
          <a:prstGeom prst="rect">
            <a:avLst/>
          </a:prstGeom>
          <a:noFill/>
          <a:ln w="9525">
            <a:noFill/>
            <a:miter lim="800000"/>
            <a:headEnd/>
            <a:tailEnd/>
          </a:ln>
        </p:spPr>
      </p:pic>
    </p:spTree>
    <p:extLst>
      <p:ext uri="{BB962C8B-B14F-4D97-AF65-F5344CB8AC3E}">
        <p14:creationId xmlns:p14="http://schemas.microsoft.com/office/powerpoint/2010/main" val="1619402350"/>
      </p:ext>
    </p:extLst>
  </p:cSld>
  <p:clrMapOvr>
    <a:masterClrMapping/>
  </p:clrMapOvr>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1602" name="Text Box 2"/>
          <p:cNvSpPr txBox="1">
            <a:spLocks noChangeArrowheads="1"/>
          </p:cNvSpPr>
          <p:nvPr/>
        </p:nvSpPr>
        <p:spPr bwMode="auto">
          <a:xfrm>
            <a:off x="0" y="4535544"/>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rPr>
              <a:t>open wide &amp; yawn</a:t>
            </a:r>
          </a:p>
        </p:txBody>
      </p:sp>
      <p:pic>
        <p:nvPicPr>
          <p:cNvPr id="281603" name="Picture 2" descr="C:\Users\mike\Documents\SPAN\experiments\stimuli\corpora\lac01222012_13_55_16_lab1_f80.jpg"/>
          <p:cNvPicPr>
            <a:picLocks noChangeAspect="1" noChangeArrowheads="1"/>
          </p:cNvPicPr>
          <p:nvPr/>
        </p:nvPicPr>
        <p:blipFill>
          <a:blip r:embed="rId2" cstate="print"/>
          <a:srcRect/>
          <a:stretch>
            <a:fillRect/>
          </a:stretch>
        </p:blipFill>
        <p:spPr bwMode="auto">
          <a:xfrm>
            <a:off x="2938463" y="1258944"/>
            <a:ext cx="3267075" cy="3267075"/>
          </a:xfrm>
          <a:prstGeom prst="rect">
            <a:avLst/>
          </a:prstGeom>
          <a:noFill/>
          <a:ln w="9525">
            <a:noFill/>
            <a:miter lim="800000"/>
            <a:headEnd/>
            <a:tailEnd/>
          </a:ln>
        </p:spPr>
      </p:pic>
    </p:spTree>
    <p:extLst>
      <p:ext uri="{BB962C8B-B14F-4D97-AF65-F5344CB8AC3E}">
        <p14:creationId xmlns:p14="http://schemas.microsoft.com/office/powerpoint/2010/main" val="87554372"/>
      </p:ext>
    </p:extLst>
  </p:cSld>
  <p:clrMapOvr>
    <a:masterClrMapping/>
  </p:clrMapOvr>
  <p:transition>
    <p:cut/>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Text Box 2"/>
          <p:cNvSpPr txBox="1">
            <a:spLocks noChangeArrowheads="1"/>
          </p:cNvSpPr>
          <p:nvPr/>
        </p:nvSpPr>
        <p:spPr bwMode="auto">
          <a:xfrm>
            <a:off x="0" y="4588552"/>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rPr>
              <a:t>swallow</a:t>
            </a:r>
          </a:p>
        </p:txBody>
      </p:sp>
      <p:pic>
        <p:nvPicPr>
          <p:cNvPr id="4" name="swallow_water.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52750" y="1391734"/>
            <a:ext cx="3238500" cy="3238500"/>
          </a:xfrm>
          <a:prstGeom prst="rect">
            <a:avLst/>
          </a:prstGeom>
        </p:spPr>
      </p:pic>
    </p:spTree>
    <p:extLst>
      <p:ext uri="{BB962C8B-B14F-4D97-AF65-F5344CB8AC3E}">
        <p14:creationId xmlns:p14="http://schemas.microsoft.com/office/powerpoint/2010/main" val="500032009"/>
      </p:ext>
    </p:extLst>
  </p:cSld>
  <p:clrMapOvr>
    <a:masterClrMapping/>
  </p:clrMapOvr>
  <p:transition>
    <p:cut/>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cTn>
                <p:tgtEl>
                  <p:spTgt spid="4"/>
                </p:tgtEl>
              </p:cMediaNode>
            </p:video>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0" y="4575300"/>
            <a:ext cx="9144000" cy="762000"/>
          </a:xfrm>
          <a:prstGeom prst="rect">
            <a:avLst/>
          </a:prstGeom>
          <a:solidFill>
            <a:schemeClr val="bg1"/>
          </a:solidFill>
          <a:ln w="9525" algn="ctr">
            <a:noFill/>
            <a:miter lim="800000"/>
            <a:headEnd/>
            <a:tailEnd/>
          </a:ln>
        </p:spPr>
        <p:txBody>
          <a:bodyPr lIns="0" tIns="0" rIns="0" bIns="0" anchor="ctr" anchorCtr="1"/>
          <a:lstStyle/>
          <a:p>
            <a:r>
              <a:rPr lang="en-US" sz="3600" b="1">
                <a:solidFill>
                  <a:srgbClr val="FF0000"/>
                </a:solidFill>
              </a:rPr>
              <a:t>eee … aahh … uuww … eee</a:t>
            </a:r>
          </a:p>
        </p:txBody>
      </p:sp>
      <p:pic>
        <p:nvPicPr>
          <p:cNvPr id="5" name="vsweep.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52750" y="1221915"/>
            <a:ext cx="3238500" cy="3238500"/>
          </a:xfrm>
          <a:prstGeom prst="rect">
            <a:avLst/>
          </a:prstGeom>
        </p:spPr>
      </p:pic>
    </p:spTree>
    <p:extLst>
      <p:ext uri="{BB962C8B-B14F-4D97-AF65-F5344CB8AC3E}">
        <p14:creationId xmlns:p14="http://schemas.microsoft.com/office/powerpoint/2010/main" val="934464552"/>
      </p:ext>
    </p:ext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cTn>
                <p:tgtEl>
                  <p:spTgt spid="5"/>
                </p:tgtEl>
              </p:cMediaNode>
            </p:video>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0" y="4575300"/>
            <a:ext cx="9144000" cy="762000"/>
          </a:xfrm>
          <a:prstGeom prst="rect">
            <a:avLst/>
          </a:prstGeom>
          <a:solidFill>
            <a:schemeClr val="bg1"/>
          </a:solidFill>
          <a:ln w="9525" algn="ctr">
            <a:noFill/>
            <a:miter lim="800000"/>
            <a:headEnd/>
            <a:tailEnd/>
          </a:ln>
        </p:spPr>
        <p:txBody>
          <a:bodyPr lIns="0" tIns="0" rIns="0" bIns="0" anchor="ctr" anchorCtr="1"/>
          <a:lstStyle/>
          <a:p>
            <a:r>
              <a:rPr lang="en-US" sz="3600" b="1" smtClean="0">
                <a:solidFill>
                  <a:srgbClr val="FF0000"/>
                </a:solidFill>
                <a:latin typeface="Calibri"/>
              </a:rPr>
              <a:t>trace palate with tongue tip</a:t>
            </a:r>
            <a:endParaRPr lang="en-US" sz="3600" b="1">
              <a:solidFill>
                <a:srgbClr val="FF0000"/>
              </a:solidFill>
              <a:latin typeface="Calibri"/>
            </a:endParaRPr>
          </a:p>
        </p:txBody>
      </p:sp>
      <p:pic>
        <p:nvPicPr>
          <p:cNvPr id="4" name="palate_trace.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984864" y="1133748"/>
            <a:ext cx="3203122" cy="3203122"/>
          </a:xfrm>
          <a:prstGeom prst="rect">
            <a:avLst/>
          </a:prstGeom>
        </p:spPr>
      </p:pic>
    </p:spTree>
    <p:extLst>
      <p:ext uri="{BB962C8B-B14F-4D97-AF65-F5344CB8AC3E}">
        <p14:creationId xmlns:p14="http://schemas.microsoft.com/office/powerpoint/2010/main" val="1996296710"/>
      </p:ext>
    </p:ext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cTn>
                <p:tgtEl>
                  <p:spTgt spid="4"/>
                </p:tgtEl>
              </p:cMediaNode>
            </p:video>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3"/>
                </a:solidFill>
              </a:rPr>
              <a:t>Sing “la” at your highest note</a:t>
            </a:r>
            <a:endParaRPr lang="en-US">
              <a:solidFill>
                <a:schemeClr val="accent3"/>
              </a:solidFill>
            </a:endParaRPr>
          </a:p>
        </p:txBody>
      </p:sp>
    </p:spTree>
    <p:extLst>
      <p:ext uri="{BB962C8B-B14F-4D97-AF65-F5344CB8AC3E}">
        <p14:creationId xmlns:p14="http://schemas.microsoft.com/office/powerpoint/2010/main" val="57611564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3"/>
                </a:solidFill>
              </a:rPr>
              <a:t>Sing “la” at your lowest note</a:t>
            </a:r>
            <a:endParaRPr lang="en-US">
              <a:solidFill>
                <a:schemeClr val="accent3"/>
              </a:solidFill>
            </a:endParaRPr>
          </a:p>
        </p:txBody>
      </p:sp>
    </p:spTree>
    <p:extLst>
      <p:ext uri="{BB962C8B-B14F-4D97-AF65-F5344CB8AC3E}">
        <p14:creationId xmlns:p14="http://schemas.microsoft.com/office/powerpoint/2010/main" val="1919415260"/>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S1: Spontaneous speech, Picture </a:t>
            </a:r>
            <a:r>
              <a:rPr lang="en-US" dirty="0" smtClean="0">
                <a:solidFill>
                  <a:prstClr val="black"/>
                </a:solidFill>
                <a:latin typeface="Calibri"/>
              </a:rPr>
              <a:t>1/5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093012524"/>
      </p:ext>
    </p:extLst>
  </p:cSld>
  <p:clrMapOvr>
    <a:masterClrMapping/>
  </p:clrMapOvr>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waiting.jpg"/>
          <p:cNvPicPr>
            <a:picLocks noGrp="1" noChangeAspect="1"/>
          </p:cNvPicPr>
          <p:nvPr>
            <p:ph idx="1"/>
          </p:nvPr>
        </p:nvPicPr>
        <p:blipFill>
          <a:blip r:embed="rId2"/>
          <a:stretch>
            <a:fillRect/>
          </a:stretch>
        </p:blipFill>
        <p:spPr>
          <a:xfrm>
            <a:off x="1971060" y="1619794"/>
            <a:ext cx="4795500" cy="3739349"/>
          </a:xfrm>
        </p:spPr>
      </p:pic>
    </p:spTree>
    <p:extLst>
      <p:ext uri="{BB962C8B-B14F-4D97-AF65-F5344CB8AC3E}">
        <p14:creationId xmlns:p14="http://schemas.microsoft.com/office/powerpoint/2010/main" val="1080016363"/>
      </p:ext>
    </p:extLst>
  </p:cSld>
  <p:clrMapOvr>
    <a:masterClrMapping/>
  </p:clrMapOvr>
  <p:transition spd="slow" advTm="30000">
    <p:fade/>
  </p:transition>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S2: Picture </a:t>
            </a:r>
            <a:r>
              <a:rPr lang="en-US" dirty="0" smtClean="0">
                <a:solidFill>
                  <a:prstClr val="black"/>
                </a:solidFill>
                <a:latin typeface="Calibri"/>
              </a:rPr>
              <a:t>2/5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791963033"/>
      </p:ext>
    </p:extLst>
  </p:cSld>
  <p:clrMapOvr>
    <a:masterClrMapping/>
  </p:clrMapOvr>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descr="barbeque2.jpg"/>
          <p:cNvPicPr>
            <a:picLocks noGrp="1" noChangeAspect="1"/>
          </p:cNvPicPr>
          <p:nvPr>
            <p:ph idx="1"/>
          </p:nvPr>
        </p:nvPicPr>
        <p:blipFill>
          <a:blip r:embed="rId2"/>
          <a:stretch>
            <a:fillRect/>
          </a:stretch>
        </p:blipFill>
        <p:spPr>
          <a:xfrm>
            <a:off x="2041755" y="1603216"/>
            <a:ext cx="4868496" cy="3683467"/>
          </a:xfrm>
        </p:spPr>
      </p:pic>
    </p:spTree>
    <p:extLst>
      <p:ext uri="{BB962C8B-B14F-4D97-AF65-F5344CB8AC3E}">
        <p14:creationId xmlns:p14="http://schemas.microsoft.com/office/powerpoint/2010/main" val="599839047"/>
      </p:ext>
    </p:extLst>
  </p:cSld>
  <p:clrMapOvr>
    <a:masterClrMapping/>
  </p:clrMapOvr>
  <p:transition spd="slow" advTm="30000">
    <p:fade/>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S3: Picture </a:t>
            </a:r>
            <a:r>
              <a:rPr lang="en-US" dirty="0" smtClean="0">
                <a:solidFill>
                  <a:prstClr val="black"/>
                </a:solidFill>
                <a:latin typeface="Calibri"/>
              </a:rPr>
              <a:t>3/5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4002426500"/>
      </p:ext>
    </p:extLst>
  </p:cSld>
  <p:clrMapOvr>
    <a:masterClrMapping/>
  </p:clrMapOvr>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newbaby.jpg"/>
          <p:cNvPicPr>
            <a:picLocks noGrp="1" noChangeAspect="1"/>
          </p:cNvPicPr>
          <p:nvPr>
            <p:ph idx="1"/>
          </p:nvPr>
        </p:nvPicPr>
        <p:blipFill>
          <a:blip r:embed="rId2"/>
          <a:stretch>
            <a:fillRect/>
          </a:stretch>
        </p:blipFill>
        <p:spPr>
          <a:xfrm>
            <a:off x="2171096" y="1442312"/>
            <a:ext cx="4852185" cy="3639139"/>
          </a:xfrm>
        </p:spPr>
      </p:pic>
    </p:spTree>
    <p:extLst>
      <p:ext uri="{BB962C8B-B14F-4D97-AF65-F5344CB8AC3E}">
        <p14:creationId xmlns:p14="http://schemas.microsoft.com/office/powerpoint/2010/main" val="772059859"/>
      </p:ext>
    </p:extLst>
  </p:cSld>
  <p:clrMapOvr>
    <a:masterClrMapping/>
  </p:clrMapOvr>
  <p:transition spd="slow" advTm="30000">
    <p:fade/>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S4: Picture </a:t>
            </a:r>
            <a:r>
              <a:rPr lang="en-US" dirty="0" smtClean="0">
                <a:solidFill>
                  <a:prstClr val="black"/>
                </a:solidFill>
                <a:latin typeface="Calibri"/>
              </a:rPr>
              <a:t>4/5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308988922"/>
      </p:ext>
    </p:extLst>
  </p:cSld>
  <p:clrMapOvr>
    <a:masterClrMapping/>
  </p:clrMapOvr>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descr="astronauts.jpg"/>
          <p:cNvPicPr>
            <a:picLocks noGrp="1" noChangeAspect="1"/>
          </p:cNvPicPr>
          <p:nvPr>
            <p:ph idx="1"/>
          </p:nvPr>
        </p:nvPicPr>
        <p:blipFill>
          <a:blip r:embed="rId2"/>
          <a:stretch>
            <a:fillRect/>
          </a:stretch>
        </p:blipFill>
        <p:spPr>
          <a:xfrm>
            <a:off x="2024743" y="1734185"/>
            <a:ext cx="4997619" cy="3373392"/>
          </a:xfrm>
        </p:spPr>
      </p:pic>
    </p:spTree>
    <p:extLst>
      <p:ext uri="{BB962C8B-B14F-4D97-AF65-F5344CB8AC3E}">
        <p14:creationId xmlns:p14="http://schemas.microsoft.com/office/powerpoint/2010/main" val="1072154079"/>
      </p:ext>
    </p:extLst>
  </p:cSld>
  <p:clrMapOvr>
    <a:masterClrMapping/>
  </p:clrMapOvr>
  <p:transition spd="slow" advTm="30000">
    <p:fade/>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S5: Picture </a:t>
            </a:r>
            <a:r>
              <a:rPr lang="en-US" dirty="0" smtClean="0">
                <a:solidFill>
                  <a:prstClr val="black"/>
                </a:solidFill>
                <a:latin typeface="Calibri"/>
              </a:rPr>
              <a:t>5/5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106438910"/>
      </p:ext>
    </p:extLst>
  </p:cSld>
  <p:clrMapOvr>
    <a:masterClrMapping/>
  </p:clrMapOvr>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descr="RobertWadlow.jpg"/>
          <p:cNvPicPr>
            <a:picLocks noGrp="1" noChangeAspect="1"/>
          </p:cNvPicPr>
          <p:nvPr>
            <p:ph idx="1"/>
          </p:nvPr>
        </p:nvPicPr>
        <p:blipFill>
          <a:blip r:embed="rId2"/>
          <a:stretch>
            <a:fillRect/>
          </a:stretch>
        </p:blipFill>
        <p:spPr>
          <a:xfrm>
            <a:off x="2923041" y="1352368"/>
            <a:ext cx="3268753" cy="4167335"/>
          </a:xfrm>
        </p:spPr>
      </p:pic>
    </p:spTree>
    <p:extLst>
      <p:ext uri="{BB962C8B-B14F-4D97-AF65-F5344CB8AC3E}">
        <p14:creationId xmlns:p14="http://schemas.microsoft.com/office/powerpoint/2010/main" val="1834194033"/>
      </p:ext>
    </p:extLst>
  </p:cSld>
  <p:clrMapOvr>
    <a:masterClrMapping/>
  </p:clrMapOvr>
  <p:transition spd="slow" advTm="30000">
    <p:fade/>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S6: Question </a:t>
            </a:r>
            <a:r>
              <a:rPr lang="en-US" dirty="0" smtClean="0">
                <a:solidFill>
                  <a:prstClr val="black"/>
                </a:solidFill>
                <a:latin typeface="Calibri"/>
              </a:rPr>
              <a:t>1/5</a:t>
            </a:r>
            <a:endParaRPr lang="en-US" b="1"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2726882485"/>
      </p:ext>
    </p:extLst>
  </p:cSld>
  <p:clrMapOvr>
    <a:masterClrMapping/>
  </p:clrMapOvr>
  <p:transition/>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dirty="0" smtClean="0">
                <a:solidFill>
                  <a:schemeClr val="accent1"/>
                </a:solidFill>
              </a:rPr>
              <a:t>My favorite music</a:t>
            </a:r>
            <a:endParaRPr lang="en-US" dirty="0">
              <a:solidFill>
                <a:schemeClr val="accent1"/>
              </a:solidFill>
            </a:endParaRPr>
          </a:p>
        </p:txBody>
      </p:sp>
    </p:spTree>
  </p:cSld>
  <p:clrMapOvr>
    <a:masterClrMapping/>
  </p:clrMapOvr>
  <p:transition spd="slow" advTm="30000">
    <p:fade/>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S7: Question </a:t>
            </a:r>
            <a:r>
              <a:rPr lang="en-US" dirty="0" smtClean="0">
                <a:solidFill>
                  <a:prstClr val="black"/>
                </a:solidFill>
              </a:rPr>
              <a:t>2/5</a:t>
            </a:r>
            <a:endParaRPr lang="en-US" b="1" dirty="0">
              <a:solidFill>
                <a:prstClr val="black"/>
              </a:solidFill>
            </a:endParaRPr>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1"/>
                </a:solidFill>
              </a:rPr>
              <a:t>How do I like L.A.</a:t>
            </a:r>
            <a:endParaRPr lang="en-US">
              <a:solidFill>
                <a:schemeClr val="accent1"/>
              </a:solidFill>
            </a:endParaRPr>
          </a:p>
        </p:txBody>
      </p:sp>
    </p:spTree>
  </p:cSld>
  <p:clrMapOvr>
    <a:masterClrMapping/>
  </p:clrMapOvr>
  <p:transition spd="slow" advTm="30000">
    <p:fade/>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S8: Question </a:t>
            </a:r>
            <a:r>
              <a:rPr lang="en-US" dirty="0" smtClean="0">
                <a:solidFill>
                  <a:prstClr val="black"/>
                </a:solidFill>
              </a:rPr>
              <a:t>3/5</a:t>
            </a:r>
            <a:endParaRPr lang="en-US" b="1" dirty="0">
              <a:solidFill>
                <a:prstClr val="black"/>
              </a:solidFill>
            </a:endParaRPr>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1"/>
                </a:solidFill>
              </a:rPr>
              <a:t>My favorite movie</a:t>
            </a:r>
            <a:endParaRPr lang="en-US">
              <a:solidFill>
                <a:schemeClr val="accent1"/>
              </a:solidFill>
            </a:endParaRPr>
          </a:p>
        </p:txBody>
      </p:sp>
    </p:spTree>
  </p:cSld>
  <p:clrMapOvr>
    <a:masterClrMapping/>
  </p:clrMapOvr>
  <p:transition spd="slow" advTm="30000">
    <p:fade/>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S9: Question </a:t>
            </a:r>
            <a:r>
              <a:rPr lang="en-US" dirty="0" smtClean="0">
                <a:solidFill>
                  <a:prstClr val="black"/>
                </a:solidFill>
              </a:rPr>
              <a:t>4/5</a:t>
            </a:r>
            <a:endParaRPr lang="en-US" b="1" dirty="0">
              <a:solidFill>
                <a:prstClr val="black"/>
              </a:solidFill>
            </a:endParaRPr>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1"/>
                </a:solidFill>
              </a:rPr>
              <a:t>Best place I’ve been to</a:t>
            </a:r>
            <a:endParaRPr lang="en-US">
              <a:solidFill>
                <a:schemeClr val="accent1"/>
              </a:solidFill>
            </a:endParaRPr>
          </a:p>
        </p:txBody>
      </p:sp>
    </p:spTree>
  </p:cSld>
  <p:clrMapOvr>
    <a:masterClrMapping/>
  </p:clrMapOvr>
  <p:transition spd="slow" advTm="30000">
    <p:fade/>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rPr>
              <a:t>S10: Question </a:t>
            </a:r>
            <a:r>
              <a:rPr lang="en-US" dirty="0" smtClean="0">
                <a:solidFill>
                  <a:prstClr val="black"/>
                </a:solidFill>
              </a:rPr>
              <a:t>5/5</a:t>
            </a:r>
            <a:endParaRPr lang="en-US" b="1" dirty="0">
              <a:solidFill>
                <a:prstClr val="black"/>
              </a:solidFill>
            </a:endParaRPr>
          </a:p>
        </p:txBody>
      </p:sp>
      <p:sp>
        <p:nvSpPr>
          <p:cNvPr id="4" name="Espace réservé du contenu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373" y="1925412"/>
            <a:ext cx="6717718" cy="4200751"/>
          </a:xfrm>
        </p:spPr>
        <p:txBody>
          <a:bodyPr/>
          <a:lstStyle/>
          <a:p>
            <a:r>
              <a:rPr lang="en-US" smtClean="0">
                <a:solidFill>
                  <a:schemeClr val="accent1"/>
                </a:solidFill>
              </a:rPr>
              <a:t>My favorite restaurant</a:t>
            </a:r>
            <a:endParaRPr lang="en-US">
              <a:solidFill>
                <a:schemeClr val="accent1"/>
              </a:solidFill>
            </a:endParaRPr>
          </a:p>
        </p:txBody>
      </p:sp>
    </p:spTree>
  </p:cSld>
  <p:clrMapOvr>
    <a:masterClrMapping/>
  </p:clrMapOvr>
  <p:transition spd="slow" advTm="30000">
    <p:fade/>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V1: Volumetric 1</a:t>
            </a:r>
            <a:r>
              <a:rPr lang="en-US" b="1" baseline="30000" dirty="0" smtClean="0">
                <a:solidFill>
                  <a:prstClr val="black"/>
                </a:solidFill>
                <a:latin typeface="Calibri"/>
              </a:rPr>
              <a:t>st</a:t>
            </a:r>
            <a:r>
              <a:rPr lang="en-US" b="1" dirty="0" smtClean="0">
                <a:solidFill>
                  <a:prstClr val="black"/>
                </a:solidFill>
                <a:latin typeface="Calibri"/>
              </a:rPr>
              <a:t> repetition</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139340006"/>
      </p:ext>
    </p:extLst>
  </p:cSld>
  <p:clrMapOvr>
    <a:masterClrMapping/>
  </p:clrMapOvr>
  <p:transition/>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ee</a:t>
            </a:r>
            <a:r>
              <a:rPr lang="en-US" sz="8700" dirty="0">
                <a:solidFill>
                  <a:srgbClr val="4F81BD"/>
                </a:solidFill>
                <a:latin typeface="Calibri"/>
              </a:rPr>
              <a:t>t</a:t>
            </a:r>
            <a:endParaRPr dirty="0">
              <a:solidFill>
                <a:srgbClr val="4F81BD"/>
              </a:solidFill>
              <a:latin typeface="Calibri"/>
            </a:endParaRPr>
          </a:p>
        </p:txBody>
      </p:sp>
      <p:sp>
        <p:nvSpPr>
          <p:cNvPr id="4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298139273"/>
      </p:ext>
    </p:extLst>
  </p:cSld>
  <p:clrMapOvr>
    <a:masterClrMapping/>
  </p:clrMapOvr>
  <p:transition spd="slow">
    <p:fade/>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i</a:t>
            </a:r>
            <a:r>
              <a:rPr lang="en-US" sz="8700" dirty="0">
                <a:solidFill>
                  <a:srgbClr val="4F81BD"/>
                </a:solidFill>
                <a:latin typeface="Calibri"/>
              </a:rPr>
              <a:t>t</a:t>
            </a:r>
            <a:endParaRPr dirty="0">
              <a:solidFill>
                <a:srgbClr val="4F81BD"/>
              </a:solidFill>
              <a:latin typeface="Calibri"/>
            </a:endParaRPr>
          </a:p>
        </p:txBody>
      </p:sp>
      <p:sp>
        <p:nvSpPr>
          <p:cNvPr id="4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193478285"/>
      </p:ext>
    </p:extLst>
  </p:cSld>
  <p:clrMapOvr>
    <a:masterClrMapping/>
  </p:clrMapOvr>
  <p:transition spd="slow">
    <p:fade/>
  </p:transition>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ai</a:t>
            </a:r>
            <a:r>
              <a:rPr lang="en-US" sz="8700" dirty="0">
                <a:solidFill>
                  <a:srgbClr val="4F81BD"/>
                </a:solidFill>
                <a:latin typeface="Calibri"/>
              </a:rPr>
              <a:t>t</a:t>
            </a:r>
            <a:endParaRPr dirty="0">
              <a:solidFill>
                <a:srgbClr val="4F81BD"/>
              </a:solidFill>
              <a:latin typeface="Calibri"/>
            </a:endParaRPr>
          </a:p>
        </p:txBody>
      </p:sp>
      <p:sp>
        <p:nvSpPr>
          <p:cNvPr id="5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69423199"/>
      </p:ext>
    </p:extLst>
  </p:cSld>
  <p:clrMapOvr>
    <a:masterClrMapping/>
  </p:clrMapOvr>
  <p:transition spd="slow">
    <p:fade/>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e</a:t>
            </a:r>
            <a:r>
              <a:rPr lang="en-US" sz="8700" dirty="0">
                <a:solidFill>
                  <a:srgbClr val="4F81BD"/>
                </a:solidFill>
                <a:latin typeface="Calibri"/>
              </a:rPr>
              <a:t>t</a:t>
            </a:r>
            <a:endParaRPr dirty="0">
              <a:solidFill>
                <a:srgbClr val="4F81BD"/>
              </a:solidFill>
              <a:latin typeface="Calibri"/>
            </a:endParaRPr>
          </a:p>
        </p:txBody>
      </p:sp>
      <p:sp>
        <p:nvSpPr>
          <p:cNvPr id="5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224605122"/>
      </p:ext>
    </p:extLst>
  </p:cSld>
  <p:clrMapOvr>
    <a:masterClrMapping/>
  </p:clrMapOvr>
  <p:transition spd="slow">
    <p:fade/>
  </p:transition>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a</a:t>
            </a:r>
            <a:r>
              <a:rPr lang="en-US" sz="8700" dirty="0">
                <a:solidFill>
                  <a:srgbClr val="4F81BD"/>
                </a:solidFill>
                <a:latin typeface="Calibri"/>
              </a:rPr>
              <a:t>t</a:t>
            </a:r>
            <a:endParaRPr dirty="0">
              <a:solidFill>
                <a:srgbClr val="4F81BD"/>
              </a:solidFill>
              <a:latin typeface="Calibri"/>
            </a:endParaRPr>
          </a:p>
        </p:txBody>
      </p:sp>
      <p:sp>
        <p:nvSpPr>
          <p:cNvPr id="6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60435608"/>
      </p:ext>
    </p:extLst>
  </p:cSld>
  <p:clrMapOvr>
    <a:masterClrMapping/>
  </p:clrMapOvr>
  <p:transition spd="slow">
    <p:fade/>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p</a:t>
            </a:r>
            <a:r>
              <a:rPr lang="en-US" sz="8700" dirty="0" smtClean="0">
                <a:solidFill>
                  <a:srgbClr val="1F497D"/>
                </a:solidFill>
                <a:latin typeface="Calibri"/>
              </a:rPr>
              <a:t>o</a:t>
            </a:r>
            <a:r>
              <a:rPr lang="en-US" sz="8700" dirty="0" smtClean="0">
                <a:solidFill>
                  <a:srgbClr val="4F81BD"/>
                </a:solidFill>
                <a:latin typeface="Calibri"/>
              </a:rPr>
              <a:t>t</a:t>
            </a:r>
            <a:endParaRPr dirty="0">
              <a:solidFill>
                <a:srgbClr val="4F81BD"/>
              </a:solidFill>
              <a:latin typeface="Calibri"/>
            </a:endParaRPr>
          </a:p>
        </p:txBody>
      </p:sp>
      <p:sp>
        <p:nvSpPr>
          <p:cNvPr id="10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264238739"/>
      </p:ext>
    </p:extLst>
  </p:cSld>
  <p:clrMapOvr>
    <a:masterClrMapping/>
  </p:clrMapOvr>
  <p:transition spd="slow">
    <p:fade/>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u</a:t>
            </a:r>
            <a:r>
              <a:rPr lang="en-US" sz="8700" dirty="0">
                <a:solidFill>
                  <a:srgbClr val="4F81BD"/>
                </a:solidFill>
                <a:latin typeface="Calibri"/>
              </a:rPr>
              <a:t>t</a:t>
            </a:r>
            <a:endParaRPr dirty="0">
              <a:solidFill>
                <a:srgbClr val="4F81BD"/>
              </a:solidFill>
              <a:latin typeface="Calibri"/>
            </a:endParaRPr>
          </a:p>
        </p:txBody>
      </p:sp>
      <p:sp>
        <p:nvSpPr>
          <p:cNvPr id="7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317686894"/>
      </p:ext>
    </p:extLst>
  </p:cSld>
  <p:clrMapOvr>
    <a:masterClrMapping/>
  </p:clrMapOvr>
  <p:transition spd="slow">
    <p:fade/>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ough</a:t>
            </a:r>
            <a:r>
              <a:rPr lang="en-US" sz="8700" dirty="0">
                <a:solidFill>
                  <a:srgbClr val="4F81BD"/>
                </a:solidFill>
                <a:latin typeface="Calibri"/>
              </a:rPr>
              <a:t>t</a:t>
            </a:r>
            <a:endParaRPr dirty="0">
              <a:solidFill>
                <a:srgbClr val="4F81BD"/>
              </a:solidFill>
              <a:latin typeface="Calibri"/>
            </a:endParaRPr>
          </a:p>
        </p:txBody>
      </p:sp>
      <p:sp>
        <p:nvSpPr>
          <p:cNvPr id="8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440177407"/>
      </p:ext>
    </p:extLst>
  </p:cSld>
  <p:clrMapOvr>
    <a:masterClrMapping/>
  </p:clrMapOvr>
  <p:transition spd="slow">
    <p:fade/>
  </p:transition>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oa</a:t>
            </a:r>
            <a:r>
              <a:rPr lang="en-US" sz="8700" dirty="0">
                <a:solidFill>
                  <a:srgbClr val="4F81BD"/>
                </a:solidFill>
                <a:latin typeface="Calibri"/>
              </a:rPr>
              <a:t>t</a:t>
            </a:r>
            <a:endParaRPr dirty="0">
              <a:solidFill>
                <a:srgbClr val="4F81BD"/>
              </a:solidFill>
              <a:latin typeface="Calibri"/>
            </a:endParaRPr>
          </a:p>
        </p:txBody>
      </p:sp>
      <p:sp>
        <p:nvSpPr>
          <p:cNvPr id="8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4018051475"/>
      </p:ext>
    </p:extLst>
  </p:cSld>
  <p:clrMapOvr>
    <a:masterClrMapping/>
  </p:clrMapOvr>
  <p:transition spd="slow">
    <p:fade/>
  </p:transition>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oo</a:t>
            </a:r>
            <a:r>
              <a:rPr lang="en-US" sz="8700" dirty="0">
                <a:solidFill>
                  <a:srgbClr val="4F81BD"/>
                </a:solidFill>
                <a:latin typeface="Calibri"/>
              </a:rPr>
              <a:t>t</a:t>
            </a:r>
            <a:endParaRPr dirty="0">
              <a:solidFill>
                <a:srgbClr val="4F81BD"/>
              </a:solidFill>
              <a:latin typeface="Calibri"/>
            </a:endParaRPr>
          </a:p>
        </p:txBody>
      </p:sp>
      <p:sp>
        <p:nvSpPr>
          <p:cNvPr id="9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392709700"/>
      </p:ext>
    </p:extLst>
  </p:cSld>
  <p:clrMapOvr>
    <a:masterClrMapping/>
  </p:clrMapOvr>
  <p:transition spd="slow">
    <p:fade/>
  </p:transition>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p</a:t>
            </a:r>
            <a:r>
              <a:rPr lang="en-US" sz="8700" dirty="0">
                <a:solidFill>
                  <a:srgbClr val="1F497D"/>
                </a:solidFill>
                <a:latin typeface="Calibri"/>
              </a:rPr>
              <a:t>u</a:t>
            </a:r>
            <a:r>
              <a:rPr lang="en-US" sz="8700" dirty="0">
                <a:solidFill>
                  <a:srgbClr val="4F81BD"/>
                </a:solidFill>
                <a:latin typeface="Calibri"/>
              </a:rPr>
              <a:t>t</a:t>
            </a:r>
            <a:endParaRPr dirty="0">
              <a:solidFill>
                <a:srgbClr val="4F81BD"/>
              </a:solidFill>
              <a:latin typeface="Calibri"/>
            </a:endParaRPr>
          </a:p>
        </p:txBody>
      </p:sp>
      <p:sp>
        <p:nvSpPr>
          <p:cNvPr id="10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081706954"/>
      </p:ext>
    </p:extLst>
  </p:cSld>
  <p:clrMapOvr>
    <a:masterClrMapping/>
  </p:clrMapOvr>
  <p:transition spd="slow">
    <p:fade/>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ir</a:t>
            </a:r>
            <a:r>
              <a:rPr lang="en-US" sz="8700" dirty="0">
                <a:solidFill>
                  <a:srgbClr val="4F81BD"/>
                </a:solidFill>
                <a:latin typeface="Calibri"/>
              </a:rPr>
              <a:t>d</a:t>
            </a:r>
            <a:endParaRPr dirty="0">
              <a:solidFill>
                <a:srgbClr val="4F81BD"/>
              </a:solidFill>
              <a:latin typeface="Calibri"/>
            </a:endParaRPr>
          </a:p>
        </p:txBody>
      </p:sp>
      <p:sp>
        <p:nvSpPr>
          <p:cNvPr id="10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970706888"/>
      </p:ext>
    </p:extLst>
  </p:cSld>
  <p:clrMapOvr>
    <a:masterClrMapping/>
  </p:clrMapOvr>
  <p:transition spd="slow">
    <p:fade/>
  </p:transition>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abb</a:t>
            </a:r>
            <a:r>
              <a:rPr lang="en-US" sz="8700" dirty="0" smtClean="0">
                <a:solidFill>
                  <a:srgbClr val="1F497D"/>
                </a:solidFill>
                <a:latin typeface="Calibri"/>
              </a:rPr>
              <a:t>o</a:t>
            </a:r>
            <a:r>
              <a:rPr lang="en-US" sz="8700" dirty="0" smtClean="0">
                <a:solidFill>
                  <a:srgbClr val="4F81BD"/>
                </a:solidFill>
                <a:latin typeface="Calibri"/>
              </a:rPr>
              <a:t>t</a:t>
            </a:r>
            <a:endParaRPr dirty="0">
              <a:solidFill>
                <a:srgbClr val="4F81BD"/>
              </a:solidFill>
              <a:latin typeface="Calibri"/>
            </a:endParaRPr>
          </a:p>
        </p:txBody>
      </p:sp>
      <p:sp>
        <p:nvSpPr>
          <p:cNvPr id="10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348012207"/>
      </p:ext>
    </p:extLst>
  </p:cSld>
  <p:clrMapOvr>
    <a:masterClrMapping/>
  </p:clrMapOvr>
  <p:transition spd="slow">
    <p:fade/>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f</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f</a:t>
            </a:r>
            <a:r>
              <a:rPr lang="en-US" sz="8700" dirty="0" smtClean="0">
                <a:solidFill>
                  <a:srgbClr val="9BBB59"/>
                </a:solidFill>
                <a:latin typeface="Calibri"/>
              </a:rPr>
              <a:t>ood</a:t>
            </a:r>
            <a:endParaRPr dirty="0">
              <a:solidFill>
                <a:srgbClr val="9BBB59"/>
              </a:solidFill>
              <a:latin typeface="Calibri"/>
            </a:endParaRPr>
          </a:p>
        </p:txBody>
      </p:sp>
      <p:sp>
        <p:nvSpPr>
          <p:cNvPr id="14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446520101"/>
      </p:ext>
    </p:extLst>
  </p:cSld>
  <p:clrMapOvr>
    <a:masterClrMapping/>
  </p:clrMapOvr>
  <p:transition spd="slow">
    <p:fade/>
  </p:transition>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v</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v</a:t>
            </a:r>
            <a:r>
              <a:rPr lang="en-US" sz="8700" dirty="0" smtClean="0">
                <a:solidFill>
                  <a:srgbClr val="9BBB59"/>
                </a:solidFill>
                <a:latin typeface="Calibri"/>
              </a:rPr>
              <a:t>oice</a:t>
            </a:r>
            <a:endParaRPr dirty="0">
              <a:solidFill>
                <a:srgbClr val="9BBB59"/>
              </a:solidFill>
              <a:latin typeface="Calibri"/>
            </a:endParaRPr>
          </a:p>
        </p:txBody>
      </p:sp>
      <p:sp>
        <p:nvSpPr>
          <p:cNvPr id="15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703516253"/>
      </p:ext>
    </p:extLst>
  </p:cSld>
  <p:clrMapOvr>
    <a:masterClrMapping/>
  </p:clrMapOvr>
  <p:transition spd="slow">
    <p:fade/>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th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th</a:t>
            </a:r>
            <a:r>
              <a:rPr lang="en-US" sz="8700" dirty="0" smtClean="0">
                <a:solidFill>
                  <a:srgbClr val="9BBB59"/>
                </a:solidFill>
                <a:latin typeface="Calibri"/>
              </a:rPr>
              <a:t>ing</a:t>
            </a:r>
            <a:endParaRPr dirty="0">
              <a:solidFill>
                <a:srgbClr val="9BBB59"/>
              </a:solidFill>
              <a:latin typeface="Calibri"/>
            </a:endParaRPr>
          </a:p>
        </p:txBody>
      </p:sp>
      <p:sp>
        <p:nvSpPr>
          <p:cNvPr id="16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561107050"/>
      </p:ext>
    </p:extLst>
  </p:cSld>
  <p:clrMapOvr>
    <a:masterClrMapping/>
  </p:clrMapOvr>
  <p:transition spd="slow">
    <p:fade/>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th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th</a:t>
            </a:r>
            <a:r>
              <a:rPr lang="en-US" sz="8700" dirty="0" smtClean="0">
                <a:solidFill>
                  <a:srgbClr val="9BBB59"/>
                </a:solidFill>
                <a:latin typeface="Calibri"/>
              </a:rPr>
              <a:t>is</a:t>
            </a:r>
            <a:endParaRPr dirty="0">
              <a:solidFill>
                <a:srgbClr val="9BBB59"/>
              </a:solidFill>
              <a:latin typeface="Calibri"/>
            </a:endParaRPr>
          </a:p>
        </p:txBody>
      </p:sp>
      <p:sp>
        <p:nvSpPr>
          <p:cNvPr id="16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880410571"/>
      </p:ext>
    </p:extLst>
  </p:cSld>
  <p:clrMapOvr>
    <a:masterClrMapping/>
  </p:clrMapOvr>
  <p:transition spd="slow">
    <p:fade/>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s</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s</a:t>
            </a:r>
            <a:r>
              <a:rPr lang="en-US" sz="8700" dirty="0" smtClean="0">
                <a:solidFill>
                  <a:srgbClr val="9BBB59"/>
                </a:solidFill>
                <a:latin typeface="Calibri"/>
              </a:rPr>
              <a:t>oap</a:t>
            </a:r>
            <a:endParaRPr dirty="0">
              <a:solidFill>
                <a:srgbClr val="9BBB59"/>
              </a:solidFill>
              <a:latin typeface="Calibri"/>
            </a:endParaRPr>
          </a:p>
        </p:txBody>
      </p:sp>
      <p:sp>
        <p:nvSpPr>
          <p:cNvPr id="17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149512596"/>
      </p:ext>
    </p:extLst>
  </p:cSld>
  <p:clrMapOvr>
    <a:masterClrMapping/>
  </p:clrMapOvr>
  <p:transition spd="slow">
    <p:fade/>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z</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z</a:t>
            </a:r>
            <a:r>
              <a:rPr lang="en-US" sz="8700" dirty="0" smtClean="0">
                <a:solidFill>
                  <a:srgbClr val="9BBB59"/>
                </a:solidFill>
                <a:latin typeface="Calibri"/>
              </a:rPr>
              <a:t>ipper</a:t>
            </a:r>
            <a:endParaRPr dirty="0">
              <a:solidFill>
                <a:srgbClr val="9BBB59"/>
              </a:solidFill>
              <a:latin typeface="Calibri"/>
            </a:endParaRPr>
          </a:p>
        </p:txBody>
      </p:sp>
      <p:sp>
        <p:nvSpPr>
          <p:cNvPr id="17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805420510"/>
      </p:ext>
    </p:extLst>
  </p:cSld>
  <p:clrMapOvr>
    <a:masterClrMapping/>
  </p:clrMapOvr>
  <p:transition spd="slow">
    <p:fade/>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sh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sh</a:t>
            </a:r>
            <a:r>
              <a:rPr lang="en-US" sz="8700" dirty="0" smtClean="0">
                <a:solidFill>
                  <a:srgbClr val="9BBB59"/>
                </a:solidFill>
                <a:latin typeface="Calibri"/>
              </a:rPr>
              <a:t>oe</a:t>
            </a:r>
            <a:endParaRPr dirty="0">
              <a:solidFill>
                <a:srgbClr val="9BBB59"/>
              </a:solidFill>
              <a:latin typeface="Calibri"/>
            </a:endParaRPr>
          </a:p>
        </p:txBody>
      </p:sp>
      <p:sp>
        <p:nvSpPr>
          <p:cNvPr id="18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102211847"/>
      </p:ext>
    </p:extLst>
  </p:cSld>
  <p:clrMapOvr>
    <a:masterClrMapping/>
  </p:clrMapOvr>
  <p:transition spd="slow">
    <p:fade/>
  </p:transition>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ge</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bei</a:t>
            </a:r>
            <a:r>
              <a:rPr lang="en-US" sz="8700" dirty="0" smtClean="0">
                <a:solidFill>
                  <a:schemeClr val="tx2"/>
                </a:solidFill>
                <a:latin typeface="Calibri"/>
              </a:rPr>
              <a:t>ge</a:t>
            </a:r>
            <a:endParaRPr dirty="0">
              <a:solidFill>
                <a:schemeClr val="tx2"/>
              </a:solidFill>
              <a:latin typeface="Calibri"/>
            </a:endParaRPr>
          </a:p>
        </p:txBody>
      </p:sp>
      <p:sp>
        <p:nvSpPr>
          <p:cNvPr id="19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645063169"/>
      </p:ext>
    </p:extLst>
  </p:cSld>
  <p:clrMapOvr>
    <a:masterClrMapping/>
  </p:clrMapOvr>
  <p:transition spd="slow">
    <p:fade/>
  </p:transition>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a</a:t>
            </a:r>
            <a:r>
              <a:rPr lang="en-US" sz="8700" dirty="0" smtClean="0">
                <a:solidFill>
                  <a:srgbClr val="1F497D"/>
                </a:solidFill>
                <a:latin typeface="Calibri"/>
              </a:rPr>
              <a:t>h</a:t>
            </a:r>
            <a:r>
              <a:rPr lang="en-US" sz="8700" dirty="0"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h</a:t>
            </a:r>
            <a:r>
              <a:rPr lang="en-US" sz="8700" dirty="0" smtClean="0">
                <a:solidFill>
                  <a:srgbClr val="9BBB59"/>
                </a:solidFill>
                <a:latin typeface="Calibri"/>
              </a:rPr>
              <a:t>appy</a:t>
            </a:r>
            <a:endParaRPr dirty="0">
              <a:solidFill>
                <a:srgbClr val="9BBB59"/>
              </a:solidFill>
              <a:latin typeface="Calibri"/>
            </a:endParaRPr>
          </a:p>
        </p:txBody>
      </p:sp>
      <p:sp>
        <p:nvSpPr>
          <p:cNvPr id="19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943646416"/>
      </p:ext>
    </p:extLst>
  </p:cSld>
  <p:clrMapOvr>
    <a:masterClrMapping/>
  </p:clrMapOvr>
  <p:transition spd="slow">
    <p:fade/>
  </p:transition>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m</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ri</a:t>
            </a:r>
            <a:r>
              <a:rPr lang="en-US" sz="8700" dirty="0" smtClean="0">
                <a:solidFill>
                  <a:srgbClr val="1F497D"/>
                </a:solidFill>
                <a:latin typeface="Calibri"/>
              </a:rPr>
              <a:t>m</a:t>
            </a:r>
            <a:endParaRPr dirty="0">
              <a:solidFill>
                <a:srgbClr val="1F497D"/>
              </a:solidFill>
              <a:latin typeface="Calibri"/>
            </a:endParaRPr>
          </a:p>
        </p:txBody>
      </p:sp>
      <p:sp>
        <p:nvSpPr>
          <p:cNvPr id="20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801047552"/>
      </p:ext>
    </p:extLst>
  </p:cSld>
  <p:clrMapOvr>
    <a:masterClrMapping/>
  </p:clrMapOvr>
  <p:transition spd="slow">
    <p:fade/>
  </p:transition>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n</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pi</a:t>
            </a:r>
            <a:r>
              <a:rPr lang="en-US" sz="8700" dirty="0" smtClean="0">
                <a:solidFill>
                  <a:srgbClr val="1F497D"/>
                </a:solidFill>
                <a:latin typeface="Calibri"/>
              </a:rPr>
              <a:t>n</a:t>
            </a:r>
            <a:endParaRPr dirty="0">
              <a:solidFill>
                <a:srgbClr val="1F497D"/>
              </a:solidFill>
              <a:latin typeface="Calibri"/>
            </a:endParaRPr>
          </a:p>
        </p:txBody>
      </p:sp>
      <p:sp>
        <p:nvSpPr>
          <p:cNvPr id="20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23692889"/>
      </p:ext>
    </p:extLst>
  </p:cSld>
  <p:clrMapOvr>
    <a:masterClrMapping/>
  </p:clrMapOvr>
  <p:transition spd="slow">
    <p:fade/>
  </p:transition>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ng</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ri</a:t>
            </a:r>
            <a:r>
              <a:rPr lang="en-US" sz="8700" dirty="0" smtClean="0">
                <a:solidFill>
                  <a:srgbClr val="1F497D"/>
                </a:solidFill>
                <a:latin typeface="Calibri"/>
              </a:rPr>
              <a:t>ng</a:t>
            </a:r>
            <a:endParaRPr dirty="0">
              <a:solidFill>
                <a:srgbClr val="1F497D"/>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008614073"/>
      </p:ext>
    </p:extLst>
  </p:cSld>
  <p:clrMapOvr>
    <a:masterClrMapping/>
  </p:clrMapOvr>
  <p:transition spd="slow">
    <p:fade/>
  </p:transition>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l</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l</a:t>
            </a:r>
            <a:r>
              <a:rPr lang="en-US" sz="8700" dirty="0" smtClean="0">
                <a:solidFill>
                  <a:srgbClr val="9BBB59"/>
                </a:solidFill>
                <a:latin typeface="Calibri"/>
              </a:rPr>
              <a:t>ate</a:t>
            </a:r>
            <a:endParaRPr dirty="0">
              <a:solidFill>
                <a:srgbClr val="9BBB59"/>
              </a:solidFill>
              <a:latin typeface="Calibri"/>
            </a:endParaRPr>
          </a:p>
        </p:txBody>
      </p:sp>
      <p:sp>
        <p:nvSpPr>
          <p:cNvPr id="22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082430992"/>
      </p:ext>
    </p:extLst>
  </p:cSld>
  <p:clrMapOvr>
    <a:masterClrMapping/>
  </p:clrMapOvr>
  <p:transition spd="slow">
    <p:fade/>
  </p:transition>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r</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r</a:t>
            </a:r>
            <a:r>
              <a:rPr lang="en-US" sz="8700" dirty="0" smtClean="0">
                <a:solidFill>
                  <a:srgbClr val="9BBB59"/>
                </a:solidFill>
                <a:latin typeface="Calibri"/>
              </a:rPr>
              <a:t>ope</a:t>
            </a:r>
            <a:endParaRPr dirty="0">
              <a:solidFill>
                <a:srgbClr val="9BBB59"/>
              </a:solidFill>
              <a:latin typeface="Calibri"/>
            </a:endParaRPr>
          </a:p>
        </p:txBody>
      </p:sp>
      <p:sp>
        <p:nvSpPr>
          <p:cNvPr id="22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779980805"/>
      </p:ext>
    </p:extLst>
  </p:cSld>
  <p:clrMapOvr>
    <a:masterClrMapping/>
  </p:clrMapOvr>
  <p:transition spd="slow">
    <p:fade/>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2585323"/>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Breathe normally with your mouth closed, resting.</a:t>
            </a:r>
            <a:endParaRPr lang="en-US" sz="5400" dirty="0">
              <a:solidFill>
                <a:srgbClr val="9BBB59"/>
              </a:solidFill>
              <a:latin typeface="Calibri"/>
            </a:endParaRPr>
          </a:p>
        </p:txBody>
      </p:sp>
    </p:spTree>
    <p:extLst>
      <p:ext uri="{BB962C8B-B14F-4D97-AF65-F5344CB8AC3E}">
        <p14:creationId xmlns:p14="http://schemas.microsoft.com/office/powerpoint/2010/main" val="3437573627"/>
      </p:ext>
    </p:extLst>
  </p:cSld>
  <p:clrMapOvr>
    <a:masterClrMapping/>
  </p:clrMapOvr>
  <p:transition spd="slow">
    <p:fade/>
  </p:transition>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1754327"/>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Clench your teeth and hold</a:t>
            </a:r>
            <a:endParaRPr lang="en-US" sz="5400" dirty="0">
              <a:solidFill>
                <a:srgbClr val="9BBB59"/>
              </a:solidFill>
              <a:latin typeface="Calibri"/>
            </a:endParaRPr>
          </a:p>
        </p:txBody>
      </p:sp>
    </p:spTree>
    <p:extLst>
      <p:ext uri="{BB962C8B-B14F-4D97-AF65-F5344CB8AC3E}">
        <p14:creationId xmlns:p14="http://schemas.microsoft.com/office/powerpoint/2010/main" val="536405499"/>
      </p:ext>
    </p:extLst>
  </p:cSld>
  <p:clrMapOvr>
    <a:masterClrMapping/>
  </p:clrMapOvr>
  <p:transition spd="slow">
    <p:fade/>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2585323"/>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Stick your tongue out as far as you can, and hold</a:t>
            </a:r>
            <a:endParaRPr lang="en-US" sz="5400" dirty="0">
              <a:solidFill>
                <a:srgbClr val="9BBB59"/>
              </a:solidFill>
              <a:latin typeface="Calibri"/>
            </a:endParaRPr>
          </a:p>
        </p:txBody>
      </p:sp>
    </p:spTree>
    <p:extLst>
      <p:ext uri="{BB962C8B-B14F-4D97-AF65-F5344CB8AC3E}">
        <p14:creationId xmlns:p14="http://schemas.microsoft.com/office/powerpoint/2010/main" val="213873735"/>
      </p:ext>
    </p:extLst>
  </p:cSld>
  <p:clrMapOvr>
    <a:masterClrMapping/>
  </p:clrMapOvr>
  <p:transition spd="slow">
    <p:fade/>
  </p:transition>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3416320"/>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Pull back your tongue as far into the mouth as you can, and hold (like yawning)</a:t>
            </a:r>
            <a:endParaRPr lang="en-US" sz="5400" dirty="0">
              <a:solidFill>
                <a:srgbClr val="9BBB59"/>
              </a:solidFill>
              <a:latin typeface="Calibri"/>
            </a:endParaRPr>
          </a:p>
        </p:txBody>
      </p:sp>
    </p:spTree>
    <p:extLst>
      <p:ext uri="{BB962C8B-B14F-4D97-AF65-F5344CB8AC3E}">
        <p14:creationId xmlns:p14="http://schemas.microsoft.com/office/powerpoint/2010/main" val="1220042578"/>
      </p:ext>
    </p:extLst>
  </p:cSld>
  <p:clrMapOvr>
    <a:masterClrMapping/>
  </p:clrMapOvr>
  <p:transition spd="slow">
    <p:fade/>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3416320"/>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Raise the tip of your tongue to the middle of your palate, and hold</a:t>
            </a:r>
            <a:endParaRPr lang="en-US" sz="5400" dirty="0">
              <a:solidFill>
                <a:srgbClr val="9BBB59"/>
              </a:solidFill>
              <a:latin typeface="Calibri"/>
            </a:endParaRPr>
          </a:p>
        </p:txBody>
      </p:sp>
    </p:spTree>
    <p:extLst>
      <p:ext uri="{BB962C8B-B14F-4D97-AF65-F5344CB8AC3E}">
        <p14:creationId xmlns:p14="http://schemas.microsoft.com/office/powerpoint/2010/main" val="1081746890"/>
      </p:ext>
    </p:extLst>
  </p:cSld>
  <p:clrMapOvr>
    <a:masterClrMapping/>
  </p:clrMapOvr>
  <p:transition spd="slow">
    <p:fade/>
  </p:transition>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1754327"/>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Hold your breath</a:t>
            </a:r>
            <a:endParaRPr lang="en-US" sz="5400" dirty="0">
              <a:solidFill>
                <a:srgbClr val="9BBB59"/>
              </a:solidFill>
              <a:latin typeface="Calibri"/>
            </a:endParaRPr>
          </a:p>
        </p:txBody>
      </p:sp>
    </p:spTree>
    <p:extLst>
      <p:ext uri="{BB962C8B-B14F-4D97-AF65-F5344CB8AC3E}">
        <p14:creationId xmlns:p14="http://schemas.microsoft.com/office/powerpoint/2010/main" val="3486803445"/>
      </p:ext>
    </p:extLst>
  </p:cSld>
  <p:clrMapOvr>
    <a:masterClrMapping/>
  </p:clrMapOvr>
  <p:transition spd="slow">
    <p:fade/>
  </p:transition>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ZoneTexte 2"/>
          <p:cNvSpPr txBox="1"/>
          <p:nvPr/>
        </p:nvSpPr>
        <p:spPr>
          <a:xfrm>
            <a:off x="238538" y="6332810"/>
            <a:ext cx="8468140" cy="369332"/>
          </a:xfrm>
          <a:prstGeom prst="rect">
            <a:avLst/>
          </a:prstGeom>
          <a:noFill/>
        </p:spPr>
        <p:txBody>
          <a:bodyPr wrap="square" rtlCol="0">
            <a:spAutoFit/>
          </a:bodyPr>
          <a:lstStyle/>
          <a:p>
            <a:r>
              <a:rPr lang="en-US" b="1" dirty="0" smtClean="0">
                <a:solidFill>
                  <a:prstClr val="black"/>
                </a:solidFill>
                <a:latin typeface="Calibri"/>
              </a:rPr>
              <a:t>V2: Volumetric 2</a:t>
            </a:r>
            <a:r>
              <a:rPr lang="en-US" b="1" baseline="30000" dirty="0" smtClean="0">
                <a:solidFill>
                  <a:prstClr val="black"/>
                </a:solidFill>
                <a:latin typeface="Calibri"/>
              </a:rPr>
              <a:t>nd</a:t>
            </a:r>
            <a:r>
              <a:rPr lang="en-US" b="1" dirty="0" smtClean="0">
                <a:solidFill>
                  <a:prstClr val="black"/>
                </a:solidFill>
                <a:latin typeface="Calibri"/>
              </a:rPr>
              <a:t> repetition</a:t>
            </a:r>
            <a:endParaRPr lang="en-US" dirty="0">
              <a:solidFill>
                <a:prstClr val="black"/>
              </a:solidFill>
              <a:latin typeface="Calibri"/>
            </a:endParaRPr>
          </a:p>
        </p:txBody>
      </p:sp>
      <p:sp>
        <p:nvSpPr>
          <p:cNvPr id="4" name="Espace réservé du contenu 3"/>
          <p:cNvSpPr>
            <a:spLocks noGrp="1"/>
          </p:cNvSpPr>
          <p:nvPr>
            <p:ph idx="1"/>
          </p:nvPr>
        </p:nvSpPr>
        <p:spPr/>
        <p:txBody>
          <a:bodyPr/>
          <a:lstStyle/>
          <a:p>
            <a:endParaRPr lang="en-US"/>
          </a:p>
        </p:txBody>
      </p:sp>
    </p:spTree>
    <p:extLst>
      <p:ext uri="{BB962C8B-B14F-4D97-AF65-F5344CB8AC3E}">
        <p14:creationId xmlns:p14="http://schemas.microsoft.com/office/powerpoint/2010/main" val="3615038640"/>
      </p:ext>
    </p:extLst>
  </p:cSld>
  <p:clrMapOvr>
    <a:masterClrMapping/>
  </p:clrMapOvr>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ee</a:t>
            </a:r>
            <a:r>
              <a:rPr lang="en-US" sz="8700" dirty="0">
                <a:solidFill>
                  <a:srgbClr val="4F81BD"/>
                </a:solidFill>
                <a:latin typeface="Calibri"/>
              </a:rPr>
              <a:t>t</a:t>
            </a:r>
            <a:endParaRPr dirty="0">
              <a:solidFill>
                <a:srgbClr val="4F81BD"/>
              </a:solidFill>
              <a:latin typeface="Calibri"/>
            </a:endParaRPr>
          </a:p>
        </p:txBody>
      </p:sp>
      <p:sp>
        <p:nvSpPr>
          <p:cNvPr id="4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272985053"/>
      </p:ext>
    </p:extLst>
  </p:cSld>
  <p:clrMapOvr>
    <a:masterClrMapping/>
  </p:clrMapOvr>
  <p:transition spd="slow">
    <p:fade/>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i</a:t>
            </a:r>
            <a:r>
              <a:rPr lang="en-US" sz="8700" dirty="0">
                <a:solidFill>
                  <a:srgbClr val="4F81BD"/>
                </a:solidFill>
                <a:latin typeface="Calibri"/>
              </a:rPr>
              <a:t>t</a:t>
            </a:r>
            <a:endParaRPr dirty="0">
              <a:solidFill>
                <a:srgbClr val="4F81BD"/>
              </a:solidFill>
              <a:latin typeface="Calibri"/>
            </a:endParaRPr>
          </a:p>
        </p:txBody>
      </p:sp>
      <p:sp>
        <p:nvSpPr>
          <p:cNvPr id="4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048668181"/>
      </p:ext>
    </p:extLst>
  </p:cSld>
  <p:clrMapOvr>
    <a:masterClrMapping/>
  </p:clrMapOvr>
  <p:transition spd="slow">
    <p:fade/>
  </p:transition>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ai</a:t>
            </a:r>
            <a:r>
              <a:rPr lang="en-US" sz="8700" dirty="0">
                <a:solidFill>
                  <a:srgbClr val="4F81BD"/>
                </a:solidFill>
                <a:latin typeface="Calibri"/>
              </a:rPr>
              <a:t>t</a:t>
            </a:r>
            <a:endParaRPr dirty="0">
              <a:solidFill>
                <a:srgbClr val="4F81BD"/>
              </a:solidFill>
              <a:latin typeface="Calibri"/>
            </a:endParaRPr>
          </a:p>
        </p:txBody>
      </p:sp>
      <p:sp>
        <p:nvSpPr>
          <p:cNvPr id="5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381746843"/>
      </p:ext>
    </p:extLst>
  </p:cSld>
  <p:clrMapOvr>
    <a:masterClrMapping/>
  </p:clrMapOvr>
  <p:transition spd="slow">
    <p:fade/>
  </p:transition>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e</a:t>
            </a:r>
            <a:r>
              <a:rPr lang="en-US" sz="8700" dirty="0">
                <a:solidFill>
                  <a:srgbClr val="4F81BD"/>
                </a:solidFill>
                <a:latin typeface="Calibri"/>
              </a:rPr>
              <a:t>t</a:t>
            </a:r>
            <a:endParaRPr dirty="0">
              <a:solidFill>
                <a:srgbClr val="4F81BD"/>
              </a:solidFill>
              <a:latin typeface="Calibri"/>
            </a:endParaRPr>
          </a:p>
        </p:txBody>
      </p:sp>
      <p:sp>
        <p:nvSpPr>
          <p:cNvPr id="5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945332510"/>
      </p:ext>
    </p:extLst>
  </p:cSld>
  <p:clrMapOvr>
    <a:masterClrMapping/>
  </p:clrMapOvr>
  <p:transition spd="slow">
    <p:fade/>
  </p:transition>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a</a:t>
            </a:r>
            <a:r>
              <a:rPr lang="en-US" sz="8700" dirty="0">
                <a:solidFill>
                  <a:srgbClr val="4F81BD"/>
                </a:solidFill>
                <a:latin typeface="Calibri"/>
              </a:rPr>
              <a:t>t</a:t>
            </a:r>
            <a:endParaRPr dirty="0">
              <a:solidFill>
                <a:srgbClr val="4F81BD"/>
              </a:solidFill>
              <a:latin typeface="Calibri"/>
            </a:endParaRPr>
          </a:p>
        </p:txBody>
      </p:sp>
      <p:sp>
        <p:nvSpPr>
          <p:cNvPr id="6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42118675"/>
      </p:ext>
    </p:extLst>
  </p:cSld>
  <p:clrMapOvr>
    <a:masterClrMapping/>
  </p:clrMapOvr>
  <p:transition spd="slow">
    <p:fade/>
  </p:transition>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p</a:t>
            </a:r>
            <a:r>
              <a:rPr lang="en-US" sz="8700" dirty="0" smtClean="0">
                <a:solidFill>
                  <a:srgbClr val="1F497D"/>
                </a:solidFill>
                <a:latin typeface="Calibri"/>
              </a:rPr>
              <a:t>o</a:t>
            </a:r>
            <a:r>
              <a:rPr lang="en-US" sz="8700" dirty="0" smtClean="0">
                <a:solidFill>
                  <a:srgbClr val="4F81BD"/>
                </a:solidFill>
                <a:latin typeface="Calibri"/>
              </a:rPr>
              <a:t>t</a:t>
            </a:r>
            <a:endParaRPr dirty="0">
              <a:solidFill>
                <a:srgbClr val="4F81BD"/>
              </a:solidFill>
              <a:latin typeface="Calibri"/>
            </a:endParaRPr>
          </a:p>
        </p:txBody>
      </p:sp>
      <p:sp>
        <p:nvSpPr>
          <p:cNvPr id="10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722244726"/>
      </p:ext>
    </p:extLst>
  </p:cSld>
  <p:clrMapOvr>
    <a:masterClrMapping/>
  </p:clrMapOvr>
  <p:transition spd="slow">
    <p:fade/>
  </p:transition>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u</a:t>
            </a:r>
            <a:r>
              <a:rPr lang="en-US" sz="8700" dirty="0">
                <a:solidFill>
                  <a:srgbClr val="4F81BD"/>
                </a:solidFill>
                <a:latin typeface="Calibri"/>
              </a:rPr>
              <a:t>t</a:t>
            </a:r>
            <a:endParaRPr dirty="0">
              <a:solidFill>
                <a:srgbClr val="4F81BD"/>
              </a:solidFill>
              <a:latin typeface="Calibri"/>
            </a:endParaRPr>
          </a:p>
        </p:txBody>
      </p:sp>
      <p:sp>
        <p:nvSpPr>
          <p:cNvPr id="7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780209296"/>
      </p:ext>
    </p:extLst>
  </p:cSld>
  <p:clrMapOvr>
    <a:masterClrMapping/>
  </p:clrMapOvr>
  <p:transition spd="slow">
    <p:fade/>
  </p:transition>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ough</a:t>
            </a:r>
            <a:r>
              <a:rPr lang="en-US" sz="8700" dirty="0">
                <a:solidFill>
                  <a:srgbClr val="4F81BD"/>
                </a:solidFill>
                <a:latin typeface="Calibri"/>
              </a:rPr>
              <a:t>t</a:t>
            </a:r>
            <a:endParaRPr dirty="0">
              <a:solidFill>
                <a:srgbClr val="4F81BD"/>
              </a:solidFill>
              <a:latin typeface="Calibri"/>
            </a:endParaRPr>
          </a:p>
        </p:txBody>
      </p:sp>
      <p:sp>
        <p:nvSpPr>
          <p:cNvPr id="8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545736023"/>
      </p:ext>
    </p:extLst>
  </p:cSld>
  <p:clrMapOvr>
    <a:masterClrMapping/>
  </p:clrMapOvr>
  <p:transition spd="slow">
    <p:fade/>
  </p:transition>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oa</a:t>
            </a:r>
            <a:r>
              <a:rPr lang="en-US" sz="8700" dirty="0">
                <a:solidFill>
                  <a:srgbClr val="4F81BD"/>
                </a:solidFill>
                <a:latin typeface="Calibri"/>
              </a:rPr>
              <a:t>t</a:t>
            </a:r>
            <a:endParaRPr dirty="0">
              <a:solidFill>
                <a:srgbClr val="4F81BD"/>
              </a:solidFill>
              <a:latin typeface="Calibri"/>
            </a:endParaRPr>
          </a:p>
        </p:txBody>
      </p:sp>
      <p:sp>
        <p:nvSpPr>
          <p:cNvPr id="8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098868902"/>
      </p:ext>
    </p:extLst>
  </p:cSld>
  <p:clrMapOvr>
    <a:masterClrMapping/>
  </p:clrMapOvr>
  <p:transition spd="slow">
    <p:fade/>
  </p:transition>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oo</a:t>
            </a:r>
            <a:r>
              <a:rPr lang="en-US" sz="8700" dirty="0">
                <a:solidFill>
                  <a:srgbClr val="4F81BD"/>
                </a:solidFill>
                <a:latin typeface="Calibri"/>
              </a:rPr>
              <a:t>t</a:t>
            </a:r>
            <a:endParaRPr dirty="0">
              <a:solidFill>
                <a:srgbClr val="4F81BD"/>
              </a:solidFill>
              <a:latin typeface="Calibri"/>
            </a:endParaRPr>
          </a:p>
        </p:txBody>
      </p:sp>
      <p:sp>
        <p:nvSpPr>
          <p:cNvPr id="9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26519233"/>
      </p:ext>
    </p:extLst>
  </p:cSld>
  <p:clrMapOvr>
    <a:masterClrMapping/>
  </p:clrMapOvr>
  <p:transition spd="slow">
    <p:fade/>
  </p:transition>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p</a:t>
            </a:r>
            <a:r>
              <a:rPr lang="en-US" sz="8700" dirty="0">
                <a:solidFill>
                  <a:srgbClr val="1F497D"/>
                </a:solidFill>
                <a:latin typeface="Calibri"/>
              </a:rPr>
              <a:t>u</a:t>
            </a:r>
            <a:r>
              <a:rPr lang="en-US" sz="8700" dirty="0">
                <a:solidFill>
                  <a:srgbClr val="4F81BD"/>
                </a:solidFill>
                <a:latin typeface="Calibri"/>
              </a:rPr>
              <a:t>t</a:t>
            </a:r>
            <a:endParaRPr dirty="0">
              <a:solidFill>
                <a:srgbClr val="4F81BD"/>
              </a:solidFill>
              <a:latin typeface="Calibri"/>
            </a:endParaRPr>
          </a:p>
        </p:txBody>
      </p:sp>
      <p:sp>
        <p:nvSpPr>
          <p:cNvPr id="10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673790190"/>
      </p:ext>
    </p:extLst>
  </p:cSld>
  <p:clrMapOvr>
    <a:masterClrMapping/>
  </p:clrMapOvr>
  <p:transition spd="slow">
    <p:fade/>
  </p:transition>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6989" y="273237"/>
            <a:ext cx="8228743" cy="4868977"/>
          </a:xfrm>
          <a:prstGeom prst="rect">
            <a:avLst/>
          </a:prstGeom>
        </p:spPr>
        <p:txBody>
          <a:bodyPr wrap="none" lIns="0" tIns="0" rIns="0" bIns="0" anchor="ctr"/>
          <a:lstStyle/>
          <a:p>
            <a:pPr algn="ctr"/>
            <a:r>
              <a:rPr lang="en-US" sz="8700" dirty="0">
                <a:solidFill>
                  <a:srgbClr val="4F81BD"/>
                </a:solidFill>
                <a:latin typeface="Calibri"/>
              </a:rPr>
              <a:t>b</a:t>
            </a:r>
            <a:r>
              <a:rPr lang="en-US" sz="8700" dirty="0">
                <a:solidFill>
                  <a:srgbClr val="1F497D"/>
                </a:solidFill>
                <a:latin typeface="Calibri"/>
              </a:rPr>
              <a:t>ir</a:t>
            </a:r>
            <a:r>
              <a:rPr lang="en-US" sz="8700" dirty="0">
                <a:solidFill>
                  <a:srgbClr val="4F81BD"/>
                </a:solidFill>
                <a:latin typeface="Calibri"/>
              </a:rPr>
              <a:t>d</a:t>
            </a:r>
            <a:endParaRPr dirty="0">
              <a:solidFill>
                <a:srgbClr val="4F81BD"/>
              </a:solidFill>
              <a:latin typeface="Calibri"/>
            </a:endParaRPr>
          </a:p>
        </p:txBody>
      </p:sp>
      <p:sp>
        <p:nvSpPr>
          <p:cNvPr id="10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4106832197"/>
      </p:ext>
    </p:extLst>
  </p:cSld>
  <p:clrMapOvr>
    <a:masterClrMapping/>
  </p:clrMapOvr>
  <p:transition spd="slow">
    <p:fade/>
  </p:transition>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abb</a:t>
            </a:r>
            <a:r>
              <a:rPr lang="en-US" sz="8700" dirty="0" smtClean="0">
                <a:solidFill>
                  <a:srgbClr val="1F497D"/>
                </a:solidFill>
                <a:latin typeface="Calibri"/>
              </a:rPr>
              <a:t>o</a:t>
            </a:r>
            <a:r>
              <a:rPr lang="en-US" sz="8700" dirty="0" smtClean="0">
                <a:solidFill>
                  <a:srgbClr val="4F81BD"/>
                </a:solidFill>
                <a:latin typeface="Calibri"/>
              </a:rPr>
              <a:t>t</a:t>
            </a:r>
            <a:endParaRPr dirty="0">
              <a:solidFill>
                <a:srgbClr val="4F81BD"/>
              </a:solidFill>
              <a:latin typeface="Calibri"/>
            </a:endParaRPr>
          </a:p>
        </p:txBody>
      </p:sp>
      <p:sp>
        <p:nvSpPr>
          <p:cNvPr id="10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975023881"/>
      </p:ext>
    </p:extLst>
  </p:cSld>
  <p:clrMapOvr>
    <a:masterClrMapping/>
  </p:clrMapOvr>
  <p:transition spd="slow">
    <p:fade/>
  </p:transition>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f</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f</a:t>
            </a:r>
            <a:r>
              <a:rPr lang="en-US" sz="8700" dirty="0" smtClean="0">
                <a:solidFill>
                  <a:srgbClr val="9BBB59"/>
                </a:solidFill>
                <a:latin typeface="Calibri"/>
              </a:rPr>
              <a:t>ood</a:t>
            </a:r>
            <a:endParaRPr dirty="0">
              <a:solidFill>
                <a:srgbClr val="9BBB59"/>
              </a:solidFill>
              <a:latin typeface="Calibri"/>
            </a:endParaRPr>
          </a:p>
        </p:txBody>
      </p:sp>
      <p:sp>
        <p:nvSpPr>
          <p:cNvPr id="14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09178773"/>
      </p:ext>
    </p:extLst>
  </p:cSld>
  <p:clrMapOvr>
    <a:masterClrMapping/>
  </p:clrMapOvr>
  <p:transition spd="slow">
    <p:fade/>
  </p:transition>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v</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v</a:t>
            </a:r>
            <a:r>
              <a:rPr lang="en-US" sz="8700" dirty="0" smtClean="0">
                <a:solidFill>
                  <a:srgbClr val="9BBB59"/>
                </a:solidFill>
                <a:latin typeface="Calibri"/>
              </a:rPr>
              <a:t>oice</a:t>
            </a:r>
            <a:endParaRPr dirty="0">
              <a:solidFill>
                <a:srgbClr val="9BBB59"/>
              </a:solidFill>
              <a:latin typeface="Calibri"/>
            </a:endParaRPr>
          </a:p>
        </p:txBody>
      </p:sp>
      <p:sp>
        <p:nvSpPr>
          <p:cNvPr id="15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54178946"/>
      </p:ext>
    </p:extLst>
  </p:cSld>
  <p:clrMapOvr>
    <a:masterClrMapping/>
  </p:clrMapOvr>
  <p:transition spd="slow">
    <p:fade/>
  </p:transition>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th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th</a:t>
            </a:r>
            <a:r>
              <a:rPr lang="en-US" sz="8700" dirty="0" smtClean="0">
                <a:solidFill>
                  <a:srgbClr val="9BBB59"/>
                </a:solidFill>
                <a:latin typeface="Calibri"/>
              </a:rPr>
              <a:t>ing</a:t>
            </a:r>
            <a:endParaRPr dirty="0">
              <a:solidFill>
                <a:srgbClr val="9BBB59"/>
              </a:solidFill>
              <a:latin typeface="Calibri"/>
            </a:endParaRPr>
          </a:p>
        </p:txBody>
      </p:sp>
      <p:sp>
        <p:nvSpPr>
          <p:cNvPr id="16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00669209"/>
      </p:ext>
    </p:extLst>
  </p:cSld>
  <p:clrMapOvr>
    <a:masterClrMapping/>
  </p:clrMapOvr>
  <p:transition spd="slow">
    <p:fade/>
  </p:transition>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th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th</a:t>
            </a:r>
            <a:r>
              <a:rPr lang="en-US" sz="8700" dirty="0" smtClean="0">
                <a:solidFill>
                  <a:srgbClr val="9BBB59"/>
                </a:solidFill>
                <a:latin typeface="Calibri"/>
              </a:rPr>
              <a:t>is</a:t>
            </a:r>
            <a:endParaRPr dirty="0">
              <a:solidFill>
                <a:srgbClr val="9BBB59"/>
              </a:solidFill>
              <a:latin typeface="Calibri"/>
            </a:endParaRPr>
          </a:p>
        </p:txBody>
      </p:sp>
      <p:sp>
        <p:nvSpPr>
          <p:cNvPr id="16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4271259592"/>
      </p:ext>
    </p:extLst>
  </p:cSld>
  <p:clrMapOvr>
    <a:masterClrMapping/>
  </p:clrMapOvr>
  <p:transition spd="slow">
    <p:fade/>
  </p:transition>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s</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s</a:t>
            </a:r>
            <a:r>
              <a:rPr lang="en-US" sz="8700" dirty="0" smtClean="0">
                <a:solidFill>
                  <a:srgbClr val="9BBB59"/>
                </a:solidFill>
                <a:latin typeface="Calibri"/>
              </a:rPr>
              <a:t>oap</a:t>
            </a:r>
            <a:endParaRPr dirty="0">
              <a:solidFill>
                <a:srgbClr val="9BBB59"/>
              </a:solidFill>
              <a:latin typeface="Calibri"/>
            </a:endParaRPr>
          </a:p>
        </p:txBody>
      </p:sp>
      <p:sp>
        <p:nvSpPr>
          <p:cNvPr id="17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859219570"/>
      </p:ext>
    </p:extLst>
  </p:cSld>
  <p:clrMapOvr>
    <a:masterClrMapping/>
  </p:clrMapOvr>
  <p:transition spd="slow">
    <p:fade/>
  </p:transition>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z</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z</a:t>
            </a:r>
            <a:r>
              <a:rPr lang="en-US" sz="8700" dirty="0" smtClean="0">
                <a:solidFill>
                  <a:srgbClr val="9BBB59"/>
                </a:solidFill>
                <a:latin typeface="Calibri"/>
              </a:rPr>
              <a:t>ipper</a:t>
            </a:r>
            <a:endParaRPr dirty="0">
              <a:solidFill>
                <a:srgbClr val="9BBB59"/>
              </a:solidFill>
              <a:latin typeface="Calibri"/>
            </a:endParaRPr>
          </a:p>
        </p:txBody>
      </p:sp>
      <p:sp>
        <p:nvSpPr>
          <p:cNvPr id="17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750270252"/>
      </p:ext>
    </p:extLst>
  </p:cSld>
  <p:clrMapOvr>
    <a:masterClrMapping/>
  </p:clrMapOvr>
  <p:transition spd="slow">
    <p:fade/>
  </p:transition>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sh</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sh</a:t>
            </a:r>
            <a:r>
              <a:rPr lang="en-US" sz="8700" dirty="0" smtClean="0">
                <a:solidFill>
                  <a:srgbClr val="9BBB59"/>
                </a:solidFill>
                <a:latin typeface="Calibri"/>
              </a:rPr>
              <a:t>oe</a:t>
            </a:r>
            <a:endParaRPr dirty="0">
              <a:solidFill>
                <a:srgbClr val="9BBB59"/>
              </a:solidFill>
              <a:latin typeface="Calibri"/>
            </a:endParaRPr>
          </a:p>
        </p:txBody>
      </p:sp>
      <p:sp>
        <p:nvSpPr>
          <p:cNvPr id="18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129350689"/>
      </p:ext>
    </p:extLst>
  </p:cSld>
  <p:clrMapOvr>
    <a:masterClrMapping/>
  </p:clrMapOvr>
  <p:transition spd="slow">
    <p:fade/>
  </p:transition>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ge</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bei</a:t>
            </a:r>
            <a:r>
              <a:rPr lang="en-US" sz="8700" dirty="0" smtClean="0">
                <a:solidFill>
                  <a:srgbClr val="1F497D"/>
                </a:solidFill>
                <a:latin typeface="Calibri"/>
              </a:rPr>
              <a:t>g</a:t>
            </a:r>
            <a:r>
              <a:rPr lang="en-US" sz="8700" dirty="0" smtClean="0">
                <a:solidFill>
                  <a:schemeClr val="tx2"/>
                </a:solidFill>
                <a:latin typeface="Calibri"/>
              </a:rPr>
              <a:t>e</a:t>
            </a:r>
            <a:endParaRPr dirty="0">
              <a:solidFill>
                <a:schemeClr val="tx2"/>
              </a:solidFill>
              <a:latin typeface="Calibri"/>
            </a:endParaRPr>
          </a:p>
        </p:txBody>
      </p:sp>
      <p:sp>
        <p:nvSpPr>
          <p:cNvPr id="19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784511014"/>
      </p:ext>
    </p:extLst>
  </p:cSld>
  <p:clrMapOvr>
    <a:masterClrMapping/>
  </p:clrMapOvr>
  <p:transition spd="slow">
    <p:fade/>
  </p:transition>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Shape 1"/>
          <p:cNvSpPr txBox="1"/>
          <p:nvPr/>
        </p:nvSpPr>
        <p:spPr>
          <a:xfrm>
            <a:off x="456989" y="273237"/>
            <a:ext cx="8228743" cy="4868977"/>
          </a:xfrm>
          <a:prstGeom prst="rect">
            <a:avLst/>
          </a:prstGeom>
        </p:spPr>
        <p:txBody>
          <a:bodyPr wrap="none" lIns="0" tIns="0" rIns="0" bIns="0" anchor="ctr"/>
          <a:lstStyle/>
          <a:p>
            <a:pPr algn="ctr"/>
            <a:r>
              <a:rPr lang="en-US" sz="8700" dirty="0" smtClean="0">
                <a:solidFill>
                  <a:srgbClr val="4F81BD"/>
                </a:solidFill>
                <a:latin typeface="Calibri"/>
              </a:rPr>
              <a:t>a</a:t>
            </a:r>
            <a:r>
              <a:rPr lang="en-US" sz="8700" dirty="0" smtClean="0">
                <a:solidFill>
                  <a:srgbClr val="1F497D"/>
                </a:solidFill>
                <a:latin typeface="Calibri"/>
              </a:rPr>
              <a:t>h</a:t>
            </a:r>
            <a:r>
              <a:rPr lang="en-US" sz="8700" dirty="0"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h</a:t>
            </a:r>
            <a:r>
              <a:rPr lang="en-US" sz="8700" dirty="0" smtClean="0">
                <a:solidFill>
                  <a:srgbClr val="9BBB59"/>
                </a:solidFill>
                <a:latin typeface="Calibri"/>
              </a:rPr>
              <a:t>appy</a:t>
            </a:r>
            <a:endParaRPr dirty="0">
              <a:solidFill>
                <a:srgbClr val="9BBB59"/>
              </a:solidFill>
              <a:latin typeface="Calibri"/>
            </a:endParaRPr>
          </a:p>
        </p:txBody>
      </p:sp>
      <p:sp>
        <p:nvSpPr>
          <p:cNvPr id="19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1855802731"/>
      </p:ext>
    </p:extLst>
  </p:cSld>
  <p:clrMapOvr>
    <a:masterClrMapping/>
  </p:clrMapOvr>
  <p:transition spd="slow">
    <p:fade/>
  </p:transition>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m</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ri</a:t>
            </a:r>
            <a:r>
              <a:rPr lang="en-US" sz="8700" dirty="0" smtClean="0">
                <a:solidFill>
                  <a:srgbClr val="1F497D"/>
                </a:solidFill>
                <a:latin typeface="Calibri"/>
              </a:rPr>
              <a:t>m</a:t>
            </a:r>
            <a:endParaRPr dirty="0">
              <a:solidFill>
                <a:srgbClr val="1F497D"/>
              </a:solidFill>
              <a:latin typeface="Calibri"/>
            </a:endParaRPr>
          </a:p>
        </p:txBody>
      </p:sp>
      <p:sp>
        <p:nvSpPr>
          <p:cNvPr id="202"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156694283"/>
      </p:ext>
    </p:extLst>
  </p:cSld>
  <p:clrMapOvr>
    <a:masterClrMapping/>
  </p:clrMapOvr>
  <p:transition spd="slow">
    <p:fade/>
  </p:transition>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n</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pi</a:t>
            </a:r>
            <a:r>
              <a:rPr lang="en-US" sz="8700" dirty="0" smtClean="0">
                <a:solidFill>
                  <a:srgbClr val="1F497D"/>
                </a:solidFill>
                <a:latin typeface="Calibri"/>
              </a:rPr>
              <a:t>n</a:t>
            </a:r>
            <a:endParaRPr dirty="0">
              <a:solidFill>
                <a:srgbClr val="1F497D"/>
              </a:solidFill>
              <a:latin typeface="Calibri"/>
            </a:endParaRPr>
          </a:p>
        </p:txBody>
      </p:sp>
      <p:sp>
        <p:nvSpPr>
          <p:cNvPr id="208"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3907720312"/>
      </p:ext>
    </p:extLst>
  </p:cSld>
  <p:clrMapOvr>
    <a:masterClrMapping/>
  </p:clrMapOvr>
  <p:transition spd="slow">
    <p:fade/>
  </p:transition>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ng</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ri</a:t>
            </a:r>
            <a:r>
              <a:rPr lang="en-US" sz="8700" dirty="0" smtClean="0">
                <a:solidFill>
                  <a:srgbClr val="1F497D"/>
                </a:solidFill>
                <a:latin typeface="Calibri"/>
              </a:rPr>
              <a:t>ng</a:t>
            </a:r>
            <a:endParaRPr dirty="0">
              <a:solidFill>
                <a:srgbClr val="1F497D"/>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4054214294"/>
      </p:ext>
    </p:extLst>
  </p:cSld>
  <p:clrMapOvr>
    <a:masterClrMapping/>
  </p:clrMapOvr>
  <p:transition spd="slow">
    <p:fade/>
  </p:transition>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l</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l</a:t>
            </a:r>
            <a:r>
              <a:rPr lang="en-US" sz="8700" dirty="0" smtClean="0">
                <a:solidFill>
                  <a:srgbClr val="9BBB59"/>
                </a:solidFill>
                <a:latin typeface="Calibri"/>
              </a:rPr>
              <a:t>ate</a:t>
            </a:r>
            <a:endParaRPr dirty="0">
              <a:solidFill>
                <a:srgbClr val="9BBB59"/>
              </a:solidFill>
              <a:latin typeface="Calibri"/>
            </a:endParaRPr>
          </a:p>
        </p:txBody>
      </p:sp>
      <p:sp>
        <p:nvSpPr>
          <p:cNvPr id="220"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957908719"/>
      </p:ext>
    </p:extLst>
  </p:cSld>
  <p:clrMapOvr>
    <a:masterClrMapping/>
  </p:clrMapOvr>
  <p:transition spd="slow">
    <p:fade/>
  </p:transition>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txBox="1"/>
          <p:nvPr/>
        </p:nvSpPr>
        <p:spPr>
          <a:xfrm>
            <a:off x="456989" y="273237"/>
            <a:ext cx="8228743" cy="4868977"/>
          </a:xfrm>
          <a:prstGeom prst="rect">
            <a:avLst/>
          </a:prstGeom>
        </p:spPr>
        <p:txBody>
          <a:bodyPr wrap="none" lIns="0" tIns="0" rIns="0" bIns="0" anchor="ctr"/>
          <a:lstStyle/>
          <a:p>
            <a:pPr algn="ctr"/>
            <a:r>
              <a:rPr lang="en-US" sz="8700" dirty="0" err="1" smtClean="0">
                <a:solidFill>
                  <a:srgbClr val="4F81BD"/>
                </a:solidFill>
                <a:latin typeface="Calibri"/>
              </a:rPr>
              <a:t>a</a:t>
            </a:r>
            <a:r>
              <a:rPr lang="en-US" sz="8700" dirty="0" err="1" smtClean="0">
                <a:solidFill>
                  <a:srgbClr val="1F497D"/>
                </a:solidFill>
                <a:latin typeface="Calibri"/>
              </a:rPr>
              <a:t>r</a:t>
            </a:r>
            <a:r>
              <a:rPr lang="en-US" sz="8700" dirty="0" err="1" smtClean="0">
                <a:solidFill>
                  <a:srgbClr val="4F81BD"/>
                </a:solidFill>
                <a:latin typeface="Calibri"/>
              </a:rPr>
              <a:t>a</a:t>
            </a:r>
            <a:r>
              <a:rPr lang="en-US" sz="8700" dirty="0" smtClean="0">
                <a:solidFill>
                  <a:srgbClr val="000080"/>
                </a:solidFill>
                <a:latin typeface="Calibri"/>
              </a:rPr>
              <a:t> </a:t>
            </a:r>
            <a:r>
              <a:rPr lang="en-US" sz="8700" dirty="0" smtClean="0">
                <a:solidFill>
                  <a:srgbClr val="9BBB59"/>
                </a:solidFill>
                <a:latin typeface="Calibri"/>
              </a:rPr>
              <a:t>as in </a:t>
            </a:r>
            <a:r>
              <a:rPr lang="en-US" sz="8700" dirty="0" smtClean="0">
                <a:solidFill>
                  <a:srgbClr val="1F497D"/>
                </a:solidFill>
                <a:latin typeface="Calibri"/>
              </a:rPr>
              <a:t>r</a:t>
            </a:r>
            <a:r>
              <a:rPr lang="en-US" sz="8700" dirty="0" smtClean="0">
                <a:solidFill>
                  <a:srgbClr val="9BBB59"/>
                </a:solidFill>
                <a:latin typeface="Calibri"/>
              </a:rPr>
              <a:t>ope</a:t>
            </a:r>
            <a:endParaRPr dirty="0">
              <a:solidFill>
                <a:srgbClr val="9BBB59"/>
              </a:solidFill>
              <a:latin typeface="Calibri"/>
            </a:endParaRPr>
          </a:p>
        </p:txBody>
      </p:sp>
      <p:sp>
        <p:nvSpPr>
          <p:cNvPr id="226"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Tree>
    <p:extLst>
      <p:ext uri="{BB962C8B-B14F-4D97-AF65-F5344CB8AC3E}">
        <p14:creationId xmlns:p14="http://schemas.microsoft.com/office/powerpoint/2010/main" val="2062208222"/>
      </p:ext>
    </p:extLst>
  </p:cSld>
  <p:clrMapOvr>
    <a:masterClrMapping/>
  </p:clrMapOvr>
  <p:transition spd="slow">
    <p:fade/>
  </p:transition>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2585323"/>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Breathe normally with your mouth closed, resting.</a:t>
            </a:r>
            <a:endParaRPr lang="en-US" sz="5400" dirty="0">
              <a:solidFill>
                <a:srgbClr val="9BBB59"/>
              </a:solidFill>
              <a:latin typeface="Calibri"/>
            </a:endParaRPr>
          </a:p>
        </p:txBody>
      </p:sp>
    </p:spTree>
    <p:extLst>
      <p:ext uri="{BB962C8B-B14F-4D97-AF65-F5344CB8AC3E}">
        <p14:creationId xmlns:p14="http://schemas.microsoft.com/office/powerpoint/2010/main" val="1921160684"/>
      </p:ext>
    </p:extLst>
  </p:cSld>
  <p:clrMapOvr>
    <a:masterClrMapping/>
  </p:clrMapOvr>
  <p:transition spd="slow">
    <p:fade/>
  </p:transition>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1754327"/>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Clench your teeth and hold</a:t>
            </a:r>
            <a:endParaRPr lang="en-US" sz="5400" dirty="0">
              <a:solidFill>
                <a:srgbClr val="9BBB59"/>
              </a:solidFill>
              <a:latin typeface="Calibri"/>
            </a:endParaRPr>
          </a:p>
        </p:txBody>
      </p:sp>
    </p:spTree>
    <p:extLst>
      <p:ext uri="{BB962C8B-B14F-4D97-AF65-F5344CB8AC3E}">
        <p14:creationId xmlns:p14="http://schemas.microsoft.com/office/powerpoint/2010/main" val="2459741327"/>
      </p:ext>
    </p:extLst>
  </p:cSld>
  <p:clrMapOvr>
    <a:masterClrMapping/>
  </p:clrMapOvr>
  <p:transition spd="slow">
    <p:fade/>
  </p:transition>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2585323"/>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Stick your tongue out as far as you can, and hold</a:t>
            </a:r>
            <a:endParaRPr lang="en-US" sz="5400" dirty="0">
              <a:solidFill>
                <a:srgbClr val="9BBB59"/>
              </a:solidFill>
              <a:latin typeface="Calibri"/>
            </a:endParaRPr>
          </a:p>
        </p:txBody>
      </p:sp>
    </p:spTree>
    <p:extLst>
      <p:ext uri="{BB962C8B-B14F-4D97-AF65-F5344CB8AC3E}">
        <p14:creationId xmlns:p14="http://schemas.microsoft.com/office/powerpoint/2010/main" val="620802959"/>
      </p:ext>
    </p:extLst>
  </p:cSld>
  <p:clrMapOvr>
    <a:masterClrMapping/>
  </p:clrMapOvr>
  <p:transition spd="slow">
    <p:fade/>
  </p:transition>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3416320"/>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Pull back your tongue as far into the mouth as you can, and hold (like yawning)</a:t>
            </a:r>
            <a:endParaRPr lang="en-US" sz="5400" dirty="0">
              <a:solidFill>
                <a:srgbClr val="9BBB59"/>
              </a:solidFill>
              <a:latin typeface="Calibri"/>
            </a:endParaRPr>
          </a:p>
        </p:txBody>
      </p:sp>
    </p:spTree>
    <p:extLst>
      <p:ext uri="{BB962C8B-B14F-4D97-AF65-F5344CB8AC3E}">
        <p14:creationId xmlns:p14="http://schemas.microsoft.com/office/powerpoint/2010/main" val="1731475229"/>
      </p:ext>
    </p:extLst>
  </p:cSld>
  <p:clrMapOvr>
    <a:masterClrMapping/>
  </p:clrMapOvr>
  <p:transition spd="slow">
    <p:fade/>
  </p:transition>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3416320"/>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Raise the tip of your tongue to the middle of your palate, and hold</a:t>
            </a:r>
            <a:endParaRPr lang="en-US" sz="5400" dirty="0">
              <a:solidFill>
                <a:srgbClr val="9BBB59"/>
              </a:solidFill>
              <a:latin typeface="Calibri"/>
            </a:endParaRPr>
          </a:p>
        </p:txBody>
      </p:sp>
    </p:spTree>
    <p:extLst>
      <p:ext uri="{BB962C8B-B14F-4D97-AF65-F5344CB8AC3E}">
        <p14:creationId xmlns:p14="http://schemas.microsoft.com/office/powerpoint/2010/main" val="353273306"/>
      </p:ext>
    </p:extLst>
  </p:cSld>
  <p:clrMapOvr>
    <a:masterClrMapping/>
  </p:clrMapOvr>
  <p:transition spd="slow">
    <p:fade/>
  </p:transition>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456989" y="273237"/>
            <a:ext cx="8228743" cy="4868977"/>
          </a:xfrm>
          <a:prstGeom prst="rect">
            <a:avLst/>
          </a:prstGeom>
        </p:spPr>
        <p:txBody>
          <a:bodyPr wrap="none" lIns="0" tIns="0" rIns="0" bIns="0" anchor="ctr"/>
          <a:lstStyle/>
          <a:p>
            <a:pPr algn="ctr"/>
            <a:endParaRPr>
              <a:solidFill>
                <a:prstClr val="black"/>
              </a:solidFill>
              <a:latin typeface="Calibri"/>
            </a:endParaRPr>
          </a:p>
        </p:txBody>
      </p:sp>
      <p:sp>
        <p:nvSpPr>
          <p:cNvPr id="214" name="TextShape 2"/>
          <p:cNvSpPr txBox="1"/>
          <p:nvPr/>
        </p:nvSpPr>
        <p:spPr>
          <a:xfrm>
            <a:off x="456989" y="1604494"/>
            <a:ext cx="8045816" cy="3976794"/>
          </a:xfrm>
          <a:prstGeom prst="rect">
            <a:avLst/>
          </a:prstGeom>
        </p:spPr>
        <p:txBody>
          <a:bodyPr wrap="none" lIns="0" tIns="0" rIns="0" bIns="0" anchor="ctr"/>
          <a:lstStyle/>
          <a:p>
            <a:pPr algn="ctr"/>
            <a:endParaRPr>
              <a:solidFill>
                <a:prstClr val="black"/>
              </a:solidFill>
              <a:latin typeface="Calibri"/>
            </a:endParaRPr>
          </a:p>
        </p:txBody>
      </p:sp>
      <p:sp>
        <p:nvSpPr>
          <p:cNvPr id="4" name="ZoneTexte 3"/>
          <p:cNvSpPr txBox="1"/>
          <p:nvPr/>
        </p:nvSpPr>
        <p:spPr>
          <a:xfrm>
            <a:off x="457200" y="1371600"/>
            <a:ext cx="8229600" cy="1754327"/>
          </a:xfrm>
          <a:prstGeom prst="rect">
            <a:avLst/>
          </a:prstGeom>
          <a:noFill/>
        </p:spPr>
        <p:txBody>
          <a:bodyPr wrap="square" rtlCol="0">
            <a:spAutoFit/>
          </a:bodyPr>
          <a:lstStyle/>
          <a:p>
            <a:pPr algn="ctr"/>
            <a:endParaRPr lang="en-US" sz="5400" dirty="0" smtClean="0">
              <a:solidFill>
                <a:srgbClr val="9BBB59"/>
              </a:solidFill>
              <a:latin typeface="Calibri"/>
            </a:endParaRPr>
          </a:p>
          <a:p>
            <a:pPr algn="ctr"/>
            <a:r>
              <a:rPr lang="en-US" sz="5400" dirty="0" smtClean="0">
                <a:solidFill>
                  <a:srgbClr val="9BBB59"/>
                </a:solidFill>
                <a:latin typeface="Calibri"/>
              </a:rPr>
              <a:t>Hold your breath</a:t>
            </a:r>
            <a:endParaRPr lang="en-US" sz="5400" dirty="0">
              <a:solidFill>
                <a:srgbClr val="9BBB59"/>
              </a:solidFill>
              <a:latin typeface="Calibri"/>
            </a:endParaRPr>
          </a:p>
        </p:txBody>
      </p:sp>
    </p:spTree>
    <p:extLst>
      <p:ext uri="{BB962C8B-B14F-4D97-AF65-F5344CB8AC3E}">
        <p14:creationId xmlns:p14="http://schemas.microsoft.com/office/powerpoint/2010/main" val="668959557"/>
      </p:ext>
    </p:extLst>
  </p:cSld>
  <p:clrMapOvr>
    <a:masterClrMapping/>
  </p:clrMapOvr>
  <p:transition spd="slow">
    <p:fade/>
  </p:transition>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a:p>
        </p:txBody>
      </p:sp>
    </p:spTree>
    <p:extLst>
      <p:ext uri="{BB962C8B-B14F-4D97-AF65-F5344CB8AC3E}">
        <p14:creationId xmlns:p14="http://schemas.microsoft.com/office/powerpoint/2010/main" val="185531699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1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5440</TotalTime>
  <Words>1567</Words>
  <Application>Microsoft Macintosh PowerPoint</Application>
  <PresentationFormat>On-screen Show (4:3)</PresentationFormat>
  <Paragraphs>307</Paragraphs>
  <Slides>295</Slides>
  <Notes>0</Notes>
  <HiddenSlides>0</HiddenSlides>
  <MMClips>6</MMClips>
  <ScaleCrop>false</ScaleCrop>
  <HeadingPairs>
    <vt:vector size="6" baseType="variant">
      <vt:variant>
        <vt:lpstr>Fonts Used</vt:lpstr>
      </vt:variant>
      <vt:variant>
        <vt:i4>2</vt:i4>
      </vt:variant>
      <vt:variant>
        <vt:lpstr>Theme</vt:lpstr>
      </vt:variant>
      <vt:variant>
        <vt:i4>12</vt:i4>
      </vt:variant>
      <vt:variant>
        <vt:lpstr>Slide Titles</vt:lpstr>
      </vt:variant>
      <vt:variant>
        <vt:i4>295</vt:i4>
      </vt:variant>
    </vt:vector>
  </HeadingPairs>
  <TitlesOfParts>
    <vt:vector size="309" baseType="lpstr">
      <vt:lpstr>Arial</vt:lpstr>
      <vt:lpstr>Calibri</vt:lpstr>
      <vt:lpstr>Office Theme</vt:lpstr>
      <vt:lpstr>7_Office Theme</vt:lpstr>
      <vt:lpstr>8_Office Theme</vt:lpstr>
      <vt:lpstr>1_Office Theme</vt:lpstr>
      <vt:lpstr>12_Office Theme</vt:lpstr>
      <vt:lpstr>4_Office Theme</vt:lpstr>
      <vt:lpstr>5_Office Theme</vt:lpstr>
      <vt:lpstr>14_Office Theme</vt:lpstr>
      <vt:lpstr>9_Office Theme</vt:lpstr>
      <vt:lpstr>3_Office Theme</vt:lpstr>
      <vt:lpstr>11_Office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the sunlight strikes raindrops in the air, they act as a prism and form a rainbow. The rainbow is a division of white light into many beautiful colors.</vt:lpstr>
      <vt:lpstr>These take the shape of a long round arch, with its path high above, and its two ends apparently beyond the horizon. There is, according to legend, a boiling pot of gold at one end. </vt:lpstr>
      <vt:lpstr>People look, but no one ever finds it. When a man looks for something beyond his reach, his friends say he is looking for the pot of gold at the end of the rainbow.</vt:lpstr>
      <vt:lpstr>PowerPoint Presentation</vt:lpstr>
      <vt:lpstr>You wish to know all about my grandfather. Well, he is nearly 93 years old, yet he still thinks as swiftly as ever. He dresses himself in an old black frock coat, usually several buttons missing.</vt:lpstr>
      <vt:lpstr>A long beard clings to his chin, giving those who observe him a pronounced feeling of the utmost respect. When he speaks, his voice is just a bit cracked and quivers a bit.</vt:lpstr>
      <vt:lpstr>PowerPoint Presentation</vt:lpstr>
      <vt:lpstr>Twice each day he plays skillfully and with zest upon a small organ.  Except in the winter when the snow or ice prevents, he slowly takes a short walk in the open air each day.</vt:lpstr>
      <vt:lpstr>We have often urged him to walk more and smoke less, but he always answers, 'Banana oil!' Grandfather likes to be modern in his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the sunlight strikes raindrops in the air, they act as a prism and form a rainbow. The rainbow is a division of white light into many beautiful colors.</vt:lpstr>
      <vt:lpstr>These take the shape of a long round arch, with its path high above, and its two ends apparently beyond the horizon. There is, according to legend, a boiling pot of gold at one end. </vt:lpstr>
      <vt:lpstr>People look, but no one ever finds it. When a man looks for something beyond his reach, his friends say he is looking for the pot of gold at the end of the rainbow.</vt:lpstr>
      <vt:lpstr>PowerPoint Presentation</vt:lpstr>
      <vt:lpstr>You wish to know all about my grandfather. Well, he is nearly 93 years old, yet he still thinks as swiftly as ever. He dresses himself in an old black frock coat, usually several buttons missing.</vt:lpstr>
      <vt:lpstr>A long beard clings to his chin, giving those who observe him a pronounced feeling of the utmost respect. When he speaks, his voice is just a bit cracked and quivers a bit.</vt:lpstr>
      <vt:lpstr>PowerPoint Presentation</vt:lpstr>
      <vt:lpstr>Twice each day he plays skillfully and with zest upon a small organ.  Except in the winter when the snow or ice prevents, he slowly takes a short walk in the open air each day.</vt:lpstr>
      <vt:lpstr>We have often urged him to walk more and smoke less, but he always answers, 'Banana oil!' Grandfather likes to be modern in his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USC</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Ben Parrell</dc:creator>
  <cp:lastModifiedBy>Asterios Toutios</cp:lastModifiedBy>
  <cp:revision>104</cp:revision>
  <dcterms:created xsi:type="dcterms:W3CDTF">2012-08-01T21:23:02Z</dcterms:created>
  <dcterms:modified xsi:type="dcterms:W3CDTF">2017-03-21T23:51:18Z</dcterms:modified>
</cp:coreProperties>
</file>